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7"/>
  </p:notesMasterIdLst>
  <p:sldIdLst>
    <p:sldId id="256" r:id="rId6"/>
    <p:sldId id="267" r:id="rId7"/>
    <p:sldId id="257" r:id="rId8"/>
    <p:sldId id="258" r:id="rId9"/>
    <p:sldId id="259" r:id="rId10"/>
    <p:sldId id="264" r:id="rId11"/>
    <p:sldId id="265" r:id="rId12"/>
    <p:sldId id="266" r:id="rId13"/>
    <p:sldId id="268" r:id="rId14"/>
    <p:sldId id="269" r:id="rId15"/>
    <p:sldId id="263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CC9700"/>
    <a:srgbClr val="0066FF"/>
    <a:srgbClr val="EEECE1"/>
    <a:srgbClr val="EE9700"/>
    <a:srgbClr val="DDDDDD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F30AE0-F342-43BC-AF18-DD5675EC64A2}" v="65" dt="2026-02-25T12:59:42.6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-292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吉田　翔一" userId="db623443-d4e2-4dd5-90ea-ff2856047313" providerId="ADAL" clId="{2F318863-C3F5-41B2-93B8-36ACAD91AB6C}"/>
    <pc:docChg chg="undo custSel addSld delSld modSld sldOrd modMainMaster">
      <pc:chgData name="吉田　翔一" userId="db623443-d4e2-4dd5-90ea-ff2856047313" providerId="ADAL" clId="{2F318863-C3F5-41B2-93B8-36ACAD91AB6C}" dt="2026-02-25T12:59:42.669" v="2122" actId="164"/>
      <pc:docMkLst>
        <pc:docMk/>
      </pc:docMkLst>
      <pc:sldChg chg="addSp delSp modSp mod">
        <pc:chgData name="吉田　翔一" userId="db623443-d4e2-4dd5-90ea-ff2856047313" providerId="ADAL" clId="{2F318863-C3F5-41B2-93B8-36ACAD91AB6C}" dt="2026-01-26T08:16:19.598" v="630" actId="1076"/>
        <pc:sldMkLst>
          <pc:docMk/>
          <pc:sldMk cId="4265959057" sldId="256"/>
        </pc:sldMkLst>
        <pc:grpChg chg="add mod">
          <ac:chgData name="吉田　翔一" userId="db623443-d4e2-4dd5-90ea-ff2856047313" providerId="ADAL" clId="{2F318863-C3F5-41B2-93B8-36ACAD91AB6C}" dt="2026-01-26T08:16:19.598" v="630" actId="1076"/>
          <ac:grpSpMkLst>
            <pc:docMk/>
            <pc:sldMk cId="4265959057" sldId="256"/>
            <ac:grpSpMk id="33" creationId="{1981AD1A-C02D-DC59-92A2-BA83C7B52FCD}"/>
          </ac:grpSpMkLst>
        </pc:grpChg>
      </pc:sldChg>
      <pc:sldChg chg="addSp delSp modSp mod">
        <pc:chgData name="吉田　翔一" userId="db623443-d4e2-4dd5-90ea-ff2856047313" providerId="ADAL" clId="{2F318863-C3F5-41B2-93B8-36ACAD91AB6C}" dt="2026-02-22T14:36:19.412" v="1520" actId="164"/>
        <pc:sldMkLst>
          <pc:docMk/>
          <pc:sldMk cId="4168031649" sldId="257"/>
        </pc:sldMkLst>
        <pc:spChg chg="mod topLvl">
          <ac:chgData name="吉田　翔一" userId="db623443-d4e2-4dd5-90ea-ff2856047313" providerId="ADAL" clId="{2F318863-C3F5-41B2-93B8-36ACAD91AB6C}" dt="2026-02-22T14:36:19.412" v="1520" actId="164"/>
          <ac:spMkLst>
            <pc:docMk/>
            <pc:sldMk cId="4168031649" sldId="257"/>
            <ac:spMk id="3" creationId="{DB3B82CC-033F-747C-A468-C4A2F1E2BBF2}"/>
          </ac:spMkLst>
        </pc:spChg>
        <pc:spChg chg="mod topLvl">
          <ac:chgData name="吉田　翔一" userId="db623443-d4e2-4dd5-90ea-ff2856047313" providerId="ADAL" clId="{2F318863-C3F5-41B2-93B8-36ACAD91AB6C}" dt="2026-02-22T14:36:19.412" v="1520" actId="164"/>
          <ac:spMkLst>
            <pc:docMk/>
            <pc:sldMk cId="4168031649" sldId="257"/>
            <ac:spMk id="4" creationId="{434DEB82-97D8-057F-8FD8-5445DB0490EF}"/>
          </ac:spMkLst>
        </pc:spChg>
        <pc:spChg chg="mod topLvl">
          <ac:chgData name="吉田　翔一" userId="db623443-d4e2-4dd5-90ea-ff2856047313" providerId="ADAL" clId="{2F318863-C3F5-41B2-93B8-36ACAD91AB6C}" dt="2026-02-22T14:36:19.412" v="1520" actId="164"/>
          <ac:spMkLst>
            <pc:docMk/>
            <pc:sldMk cId="4168031649" sldId="257"/>
            <ac:spMk id="5" creationId="{7613B1C3-2E0B-F868-ED3C-6FA3D517BDB2}"/>
          </ac:spMkLst>
        </pc:spChg>
        <pc:spChg chg="add mod">
          <ac:chgData name="吉田　翔一" userId="db623443-d4e2-4dd5-90ea-ff2856047313" providerId="ADAL" clId="{2F318863-C3F5-41B2-93B8-36ACAD91AB6C}" dt="2026-02-22T14:36:19.412" v="1520" actId="164"/>
          <ac:spMkLst>
            <pc:docMk/>
            <pc:sldMk cId="4168031649" sldId="257"/>
            <ac:spMk id="21" creationId="{B7358FCA-3F70-8819-4E35-BA3344EDFB49}"/>
          </ac:spMkLst>
        </pc:spChg>
        <pc:spChg chg="add mod">
          <ac:chgData name="吉田　翔一" userId="db623443-d4e2-4dd5-90ea-ff2856047313" providerId="ADAL" clId="{2F318863-C3F5-41B2-93B8-36ACAD91AB6C}" dt="2026-02-22T14:36:19.412" v="1520" actId="164"/>
          <ac:spMkLst>
            <pc:docMk/>
            <pc:sldMk cId="4168031649" sldId="257"/>
            <ac:spMk id="22" creationId="{4F332661-0F37-E95D-78F4-E05C96A1A3D0}"/>
          </ac:spMkLst>
        </pc:spChg>
        <pc:grpChg chg="add mod">
          <ac:chgData name="吉田　翔一" userId="db623443-d4e2-4dd5-90ea-ff2856047313" providerId="ADAL" clId="{2F318863-C3F5-41B2-93B8-36ACAD91AB6C}" dt="2026-02-22T14:36:19.412" v="1520" actId="164"/>
          <ac:grpSpMkLst>
            <pc:docMk/>
            <pc:sldMk cId="4168031649" sldId="257"/>
            <ac:grpSpMk id="23" creationId="{5D92DF20-1300-0175-9768-5CDE36F5B576}"/>
          </ac:grpSpMkLst>
        </pc:grpChg>
        <pc:cxnChg chg="mod topLvl">
          <ac:chgData name="吉田　翔一" userId="db623443-d4e2-4dd5-90ea-ff2856047313" providerId="ADAL" clId="{2F318863-C3F5-41B2-93B8-36ACAD91AB6C}" dt="2026-02-22T14:36:19.412" v="1520" actId="164"/>
          <ac:cxnSpMkLst>
            <pc:docMk/>
            <pc:sldMk cId="4168031649" sldId="257"/>
            <ac:cxnSpMk id="6" creationId="{D412F396-3C6A-94E3-17E5-DA444AFFD685}"/>
          </ac:cxnSpMkLst>
        </pc:cxnChg>
        <pc:cxnChg chg="mod topLvl">
          <ac:chgData name="吉田　翔一" userId="db623443-d4e2-4dd5-90ea-ff2856047313" providerId="ADAL" clId="{2F318863-C3F5-41B2-93B8-36ACAD91AB6C}" dt="2026-02-22T14:36:19.412" v="1520" actId="164"/>
          <ac:cxnSpMkLst>
            <pc:docMk/>
            <pc:sldMk cId="4168031649" sldId="257"/>
            <ac:cxnSpMk id="7" creationId="{A33A6E54-CCEC-5D97-3DCD-6594CFAE942D}"/>
          </ac:cxnSpMkLst>
        </pc:cxnChg>
        <pc:cxnChg chg="add mod">
          <ac:chgData name="吉田　翔一" userId="db623443-d4e2-4dd5-90ea-ff2856047313" providerId="ADAL" clId="{2F318863-C3F5-41B2-93B8-36ACAD91AB6C}" dt="2026-02-22T14:36:19.412" v="1520" actId="164"/>
          <ac:cxnSpMkLst>
            <pc:docMk/>
            <pc:sldMk cId="4168031649" sldId="257"/>
            <ac:cxnSpMk id="9" creationId="{EF58F984-1E9B-877C-8BF8-68A2565C5C59}"/>
          </ac:cxnSpMkLst>
        </pc:cxnChg>
        <pc:cxnChg chg="add mod">
          <ac:chgData name="吉田　翔一" userId="db623443-d4e2-4dd5-90ea-ff2856047313" providerId="ADAL" clId="{2F318863-C3F5-41B2-93B8-36ACAD91AB6C}" dt="2026-02-22T14:36:19.412" v="1520" actId="164"/>
          <ac:cxnSpMkLst>
            <pc:docMk/>
            <pc:sldMk cId="4168031649" sldId="257"/>
            <ac:cxnSpMk id="12" creationId="{96212842-4178-F7C2-CA75-1B84E2BE3B26}"/>
          </ac:cxnSpMkLst>
        </pc:cxnChg>
      </pc:sldChg>
      <pc:sldChg chg="addSp delSp modSp new mod">
        <pc:chgData name="吉田　翔一" userId="db623443-d4e2-4dd5-90ea-ff2856047313" providerId="ADAL" clId="{2F318863-C3F5-41B2-93B8-36ACAD91AB6C}" dt="2026-02-15T07:23:09.075" v="1413" actId="20577"/>
        <pc:sldMkLst>
          <pc:docMk/>
          <pc:sldMk cId="1998123260" sldId="258"/>
        </pc:sldMkLst>
        <pc:spChg chg="add mod">
          <ac:chgData name="吉田　翔一" userId="db623443-d4e2-4dd5-90ea-ff2856047313" providerId="ADAL" clId="{2F318863-C3F5-41B2-93B8-36ACAD91AB6C}" dt="2026-02-15T07:23:09.075" v="1413" actId="20577"/>
          <ac:spMkLst>
            <pc:docMk/>
            <pc:sldMk cId="1998123260" sldId="258"/>
            <ac:spMk id="7" creationId="{A7C17DFA-14D3-81FB-47C3-F980A818F2BA}"/>
          </ac:spMkLst>
        </pc:spChg>
      </pc:sldChg>
      <pc:sldChg chg="addSp delSp modSp new mod ord">
        <pc:chgData name="吉田　翔一" userId="db623443-d4e2-4dd5-90ea-ff2856047313" providerId="ADAL" clId="{2F318863-C3F5-41B2-93B8-36ACAD91AB6C}" dt="2026-01-26T08:20:50.817" v="687" actId="208"/>
        <pc:sldMkLst>
          <pc:docMk/>
          <pc:sldMk cId="1522877489" sldId="259"/>
        </pc:sldMkLst>
        <pc:cxnChg chg="add mod topLvl">
          <ac:chgData name="吉田　翔一" userId="db623443-d4e2-4dd5-90ea-ff2856047313" providerId="ADAL" clId="{2F318863-C3F5-41B2-93B8-36ACAD91AB6C}" dt="2026-01-26T08:20:50.817" v="687" actId="208"/>
          <ac:cxnSpMkLst>
            <pc:docMk/>
            <pc:sldMk cId="1522877489" sldId="259"/>
            <ac:cxnSpMk id="3" creationId="{AF7CFA45-6FEC-C72B-1029-A53846FBFA33}"/>
          </ac:cxnSpMkLst>
        </pc:cxnChg>
      </pc:sldChg>
      <pc:sldChg chg="addSp delSp modSp new mod">
        <pc:chgData name="吉田　翔一" userId="db623443-d4e2-4dd5-90ea-ff2856047313" providerId="ADAL" clId="{2F318863-C3F5-41B2-93B8-36ACAD91AB6C}" dt="2026-02-19T06:03:15.882" v="1488" actId="164"/>
        <pc:sldMkLst>
          <pc:docMk/>
          <pc:sldMk cId="713531754" sldId="264"/>
        </pc:sldMkLst>
        <pc:spChg chg="add mod ord">
          <ac:chgData name="吉田　翔一" userId="db623443-d4e2-4dd5-90ea-ff2856047313" providerId="ADAL" clId="{2F318863-C3F5-41B2-93B8-36ACAD91AB6C}" dt="2026-02-19T06:03:15.882" v="1488" actId="164"/>
          <ac:spMkLst>
            <pc:docMk/>
            <pc:sldMk cId="713531754" sldId="264"/>
            <ac:spMk id="2" creationId="{8B0401D7-F82E-0031-8B03-6736D40A6544}"/>
          </ac:spMkLst>
        </pc:spChg>
        <pc:spChg chg="add mod">
          <ac:chgData name="吉田　翔一" userId="db623443-d4e2-4dd5-90ea-ff2856047313" providerId="ADAL" clId="{2F318863-C3F5-41B2-93B8-36ACAD91AB6C}" dt="2026-02-19T06:03:15.882" v="1488" actId="164"/>
          <ac:spMkLst>
            <pc:docMk/>
            <pc:sldMk cId="713531754" sldId="264"/>
            <ac:spMk id="6" creationId="{EEE8A028-E445-1CE9-4B48-9B56E6E58442}"/>
          </ac:spMkLst>
        </pc:spChg>
        <pc:spChg chg="add mod">
          <ac:chgData name="吉田　翔一" userId="db623443-d4e2-4dd5-90ea-ff2856047313" providerId="ADAL" clId="{2F318863-C3F5-41B2-93B8-36ACAD91AB6C}" dt="2026-02-19T06:03:15.882" v="1488" actId="164"/>
          <ac:spMkLst>
            <pc:docMk/>
            <pc:sldMk cId="713531754" sldId="264"/>
            <ac:spMk id="7" creationId="{806F6D1B-7820-74B5-BE7E-D7F5654D4D08}"/>
          </ac:spMkLst>
        </pc:spChg>
        <pc:spChg chg="add mod ord">
          <ac:chgData name="吉田　翔一" userId="db623443-d4e2-4dd5-90ea-ff2856047313" providerId="ADAL" clId="{2F318863-C3F5-41B2-93B8-36ACAD91AB6C}" dt="2026-02-19T06:03:15.882" v="1488" actId="164"/>
          <ac:spMkLst>
            <pc:docMk/>
            <pc:sldMk cId="713531754" sldId="264"/>
            <ac:spMk id="8" creationId="{6F20AA45-96CA-07E2-811D-D4D44457267D}"/>
          </ac:spMkLst>
        </pc:spChg>
        <pc:spChg chg="add mod">
          <ac:chgData name="吉田　翔一" userId="db623443-d4e2-4dd5-90ea-ff2856047313" providerId="ADAL" clId="{2F318863-C3F5-41B2-93B8-36ACAD91AB6C}" dt="2026-02-19T06:03:15.882" v="1488" actId="164"/>
          <ac:spMkLst>
            <pc:docMk/>
            <pc:sldMk cId="713531754" sldId="264"/>
            <ac:spMk id="9" creationId="{6F5FDB59-434C-AD7B-D2C6-9538042363B2}"/>
          </ac:spMkLst>
        </pc:spChg>
        <pc:spChg chg="add mod">
          <ac:chgData name="吉田　翔一" userId="db623443-d4e2-4dd5-90ea-ff2856047313" providerId="ADAL" clId="{2F318863-C3F5-41B2-93B8-36ACAD91AB6C}" dt="2026-02-19T06:03:15.882" v="1488" actId="164"/>
          <ac:spMkLst>
            <pc:docMk/>
            <pc:sldMk cId="713531754" sldId="264"/>
            <ac:spMk id="10" creationId="{2F6DB351-E7A7-08BF-D58D-B35C8ADF6919}"/>
          </ac:spMkLst>
        </pc:spChg>
        <pc:grpChg chg="add mod">
          <ac:chgData name="吉田　翔一" userId="db623443-d4e2-4dd5-90ea-ff2856047313" providerId="ADAL" clId="{2F318863-C3F5-41B2-93B8-36ACAD91AB6C}" dt="2026-02-19T06:03:15.882" v="1488" actId="164"/>
          <ac:grpSpMkLst>
            <pc:docMk/>
            <pc:sldMk cId="713531754" sldId="264"/>
            <ac:grpSpMk id="11" creationId="{C4010435-0E3D-8B98-570B-B62A5427E66F}"/>
          </ac:grpSpMkLst>
        </pc:grpChg>
      </pc:sldChg>
      <pc:sldChg chg="addSp delSp modSp new mod">
        <pc:chgData name="吉田　翔一" userId="db623443-d4e2-4dd5-90ea-ff2856047313" providerId="ADAL" clId="{2F318863-C3F5-41B2-93B8-36ACAD91AB6C}" dt="2026-02-01T10:47:05.908" v="948" actId="1076"/>
        <pc:sldMkLst>
          <pc:docMk/>
          <pc:sldMk cId="3514656425" sldId="265"/>
        </pc:sldMkLst>
        <pc:spChg chg="add mod">
          <ac:chgData name="吉田　翔一" userId="db623443-d4e2-4dd5-90ea-ff2856047313" providerId="ADAL" clId="{2F318863-C3F5-41B2-93B8-36ACAD91AB6C}" dt="2026-02-01T10:46:40.772" v="944" actId="164"/>
          <ac:spMkLst>
            <pc:docMk/>
            <pc:sldMk cId="3514656425" sldId="265"/>
            <ac:spMk id="2" creationId="{810E8573-07A6-172A-26C0-F1C04E351B1F}"/>
          </ac:spMkLst>
        </pc:spChg>
        <pc:spChg chg="add mod">
          <ac:chgData name="吉田　翔一" userId="db623443-d4e2-4dd5-90ea-ff2856047313" providerId="ADAL" clId="{2F318863-C3F5-41B2-93B8-36ACAD91AB6C}" dt="2026-01-26T08:36:58.303" v="916" actId="164"/>
          <ac:spMkLst>
            <pc:docMk/>
            <pc:sldMk cId="3514656425" sldId="265"/>
            <ac:spMk id="4" creationId="{BA60B751-4C6B-E214-9D9D-2C2F26ABB4BD}"/>
          </ac:spMkLst>
        </pc:spChg>
        <pc:spChg chg="add mod">
          <ac:chgData name="吉田　翔一" userId="db623443-d4e2-4dd5-90ea-ff2856047313" providerId="ADAL" clId="{2F318863-C3F5-41B2-93B8-36ACAD91AB6C}" dt="2026-01-26T08:36:58.303" v="916" actId="164"/>
          <ac:spMkLst>
            <pc:docMk/>
            <pc:sldMk cId="3514656425" sldId="265"/>
            <ac:spMk id="5" creationId="{9A28D609-CE2B-4B72-A75A-E6EEBBBF765B}"/>
          </ac:spMkLst>
        </pc:spChg>
        <pc:spChg chg="add mod">
          <ac:chgData name="吉田　翔一" userId="db623443-d4e2-4dd5-90ea-ff2856047313" providerId="ADAL" clId="{2F318863-C3F5-41B2-93B8-36ACAD91AB6C}" dt="2026-01-26T08:36:58.303" v="916" actId="164"/>
          <ac:spMkLst>
            <pc:docMk/>
            <pc:sldMk cId="3514656425" sldId="265"/>
            <ac:spMk id="6" creationId="{FE4F7C8C-A537-D516-259D-46015E6425D0}"/>
          </ac:spMkLst>
        </pc:spChg>
        <pc:spChg chg="add mod">
          <ac:chgData name="吉田　翔一" userId="db623443-d4e2-4dd5-90ea-ff2856047313" providerId="ADAL" clId="{2F318863-C3F5-41B2-93B8-36ACAD91AB6C}" dt="2026-01-26T08:36:58.303" v="916" actId="164"/>
          <ac:spMkLst>
            <pc:docMk/>
            <pc:sldMk cId="3514656425" sldId="265"/>
            <ac:spMk id="7" creationId="{AEB3C0C2-E98A-59EF-6808-B5B3FEBE3552}"/>
          </ac:spMkLst>
        </pc:spChg>
        <pc:spChg chg="add mod">
          <ac:chgData name="吉田　翔一" userId="db623443-d4e2-4dd5-90ea-ff2856047313" providerId="ADAL" clId="{2F318863-C3F5-41B2-93B8-36ACAD91AB6C}" dt="2026-01-26T08:36:58.303" v="916" actId="164"/>
          <ac:spMkLst>
            <pc:docMk/>
            <pc:sldMk cId="3514656425" sldId="265"/>
            <ac:spMk id="10" creationId="{5342BF1E-0D15-8480-C3EB-3730C6CFB14A}"/>
          </ac:spMkLst>
        </pc:spChg>
        <pc:spChg chg="add mod">
          <ac:chgData name="吉田　翔一" userId="db623443-d4e2-4dd5-90ea-ff2856047313" providerId="ADAL" clId="{2F318863-C3F5-41B2-93B8-36ACAD91AB6C}" dt="2026-01-26T08:36:58.303" v="916" actId="164"/>
          <ac:spMkLst>
            <pc:docMk/>
            <pc:sldMk cId="3514656425" sldId="265"/>
            <ac:spMk id="18" creationId="{76E575BB-34AF-672B-57D4-E5B37E3F9228}"/>
          </ac:spMkLst>
        </pc:spChg>
        <pc:spChg chg="add mod">
          <ac:chgData name="吉田　翔一" userId="db623443-d4e2-4dd5-90ea-ff2856047313" providerId="ADAL" clId="{2F318863-C3F5-41B2-93B8-36ACAD91AB6C}" dt="2026-01-26T08:36:58.303" v="916" actId="164"/>
          <ac:spMkLst>
            <pc:docMk/>
            <pc:sldMk cId="3514656425" sldId="265"/>
            <ac:spMk id="22" creationId="{62C606E4-8C4D-30DD-8475-1106C10B5169}"/>
          </ac:spMkLst>
        </pc:spChg>
        <pc:spChg chg="add mod">
          <ac:chgData name="吉田　翔一" userId="db623443-d4e2-4dd5-90ea-ff2856047313" providerId="ADAL" clId="{2F318863-C3F5-41B2-93B8-36ACAD91AB6C}" dt="2026-01-26T08:51:27.670" v="917" actId="113"/>
          <ac:spMkLst>
            <pc:docMk/>
            <pc:sldMk cId="3514656425" sldId="265"/>
            <ac:spMk id="28" creationId="{D4C14A0E-2556-7C50-A28A-122912AF54EA}"/>
          </ac:spMkLst>
        </pc:spChg>
        <pc:grpChg chg="add mod">
          <ac:chgData name="吉田　翔一" userId="db623443-d4e2-4dd5-90ea-ff2856047313" providerId="ADAL" clId="{2F318863-C3F5-41B2-93B8-36ACAD91AB6C}" dt="2026-02-01T10:47:05.908" v="948" actId="1076"/>
          <ac:grpSpMkLst>
            <pc:docMk/>
            <pc:sldMk cId="3514656425" sldId="265"/>
            <ac:grpSpMk id="12" creationId="{74957C0D-5741-D1C6-AC62-1EB05E49187B}"/>
          </ac:grpSpMkLst>
        </pc:grpChg>
        <pc:grpChg chg="add mod">
          <ac:chgData name="吉田　翔一" userId="db623443-d4e2-4dd5-90ea-ff2856047313" providerId="ADAL" clId="{2F318863-C3F5-41B2-93B8-36ACAD91AB6C}" dt="2026-02-01T10:46:40.772" v="944" actId="164"/>
          <ac:grpSpMkLst>
            <pc:docMk/>
            <pc:sldMk cId="3514656425" sldId="265"/>
            <ac:grpSpMk id="29" creationId="{950204B4-146B-0511-8D67-E7E72476D91A}"/>
          </ac:grpSpMkLst>
        </pc:grpChg>
        <pc:cxnChg chg="add mod">
          <ac:chgData name="吉田　翔一" userId="db623443-d4e2-4dd5-90ea-ff2856047313" providerId="ADAL" clId="{2F318863-C3F5-41B2-93B8-36ACAD91AB6C}" dt="2026-01-26T08:29:18.690" v="797" actId="1076"/>
          <ac:cxnSpMkLst>
            <pc:docMk/>
            <pc:sldMk cId="3514656425" sldId="265"/>
            <ac:cxnSpMk id="9" creationId="{92DF9312-5D03-A548-84DE-34F3622E1ED0}"/>
          </ac:cxnSpMkLst>
        </pc:cxnChg>
        <pc:cxnChg chg="add mod">
          <ac:chgData name="吉田　翔一" userId="db623443-d4e2-4dd5-90ea-ff2856047313" providerId="ADAL" clId="{2F318863-C3F5-41B2-93B8-36ACAD91AB6C}" dt="2026-01-26T08:30:14.282" v="806" actId="692"/>
          <ac:cxnSpMkLst>
            <pc:docMk/>
            <pc:sldMk cId="3514656425" sldId="265"/>
            <ac:cxnSpMk id="14" creationId="{2A7383C1-1AB2-F450-2E2B-A8E334770CDD}"/>
          </ac:cxnSpMkLst>
        </pc:cxnChg>
        <pc:cxnChg chg="add mod ord">
          <ac:chgData name="吉田　翔一" userId="db623443-d4e2-4dd5-90ea-ff2856047313" providerId="ADAL" clId="{2F318863-C3F5-41B2-93B8-36ACAD91AB6C}" dt="2026-01-26T08:36:12.486" v="908" actId="167"/>
          <ac:cxnSpMkLst>
            <pc:docMk/>
            <pc:sldMk cId="3514656425" sldId="265"/>
            <ac:cxnSpMk id="17" creationId="{D604468B-0519-9FB8-9C2C-E30B63C3527D}"/>
          </ac:cxnSpMkLst>
        </pc:cxnChg>
        <pc:cxnChg chg="add mod">
          <ac:chgData name="吉田　翔一" userId="db623443-d4e2-4dd5-90ea-ff2856047313" providerId="ADAL" clId="{2F318863-C3F5-41B2-93B8-36ACAD91AB6C}" dt="2026-01-26T08:32:05.916" v="850" actId="14100"/>
          <ac:cxnSpMkLst>
            <pc:docMk/>
            <pc:sldMk cId="3514656425" sldId="265"/>
            <ac:cxnSpMk id="19" creationId="{878D91AB-BC97-D755-447E-FD0B4D5A475C}"/>
          </ac:cxnSpMkLst>
        </pc:cxnChg>
        <pc:cxnChg chg="add mod">
          <ac:chgData name="吉田　翔一" userId="db623443-d4e2-4dd5-90ea-ff2856047313" providerId="ADAL" clId="{2F318863-C3F5-41B2-93B8-36ACAD91AB6C}" dt="2026-01-26T08:33:15.439" v="867" actId="692"/>
          <ac:cxnSpMkLst>
            <pc:docMk/>
            <pc:sldMk cId="3514656425" sldId="265"/>
            <ac:cxnSpMk id="24" creationId="{1CE5A2FA-4012-B1B3-D656-B59C9BAD6E96}"/>
          </ac:cxnSpMkLst>
        </pc:cxnChg>
        <pc:cxnChg chg="add mod">
          <ac:chgData name="吉田　翔一" userId="db623443-d4e2-4dd5-90ea-ff2856047313" providerId="ADAL" clId="{2F318863-C3F5-41B2-93B8-36ACAD91AB6C}" dt="2026-01-26T08:36:58.303" v="916" actId="164"/>
          <ac:cxnSpMkLst>
            <pc:docMk/>
            <pc:sldMk cId="3514656425" sldId="265"/>
            <ac:cxnSpMk id="27" creationId="{3935806C-1AF0-8C5E-D1B8-4C0A01C626FD}"/>
          </ac:cxnSpMkLst>
        </pc:cxnChg>
      </pc:sldChg>
      <pc:sldChg chg="addSp delSp modSp new mod">
        <pc:chgData name="吉田　翔一" userId="db623443-d4e2-4dd5-90ea-ff2856047313" providerId="ADAL" clId="{2F318863-C3F5-41B2-93B8-36ACAD91AB6C}" dt="2026-02-05T06:41:08.432" v="1370" actId="1076"/>
        <pc:sldMkLst>
          <pc:docMk/>
          <pc:sldMk cId="952608286" sldId="266"/>
        </pc:sldMkLst>
        <pc:spChg chg="add mod">
          <ac:chgData name="吉田　翔一" userId="db623443-d4e2-4dd5-90ea-ff2856047313" providerId="ADAL" clId="{2F318863-C3F5-41B2-93B8-36ACAD91AB6C}" dt="2026-02-03T04:04:15.757" v="1280" actId="164"/>
          <ac:spMkLst>
            <pc:docMk/>
            <pc:sldMk cId="952608286" sldId="266"/>
            <ac:spMk id="2" creationId="{13778DC5-6E4E-B5C0-DDF0-6E1C5C45B4F8}"/>
          </ac:spMkLst>
        </pc:spChg>
        <pc:spChg chg="add mod">
          <ac:chgData name="吉田　翔一" userId="db623443-d4e2-4dd5-90ea-ff2856047313" providerId="ADAL" clId="{2F318863-C3F5-41B2-93B8-36ACAD91AB6C}" dt="2026-02-03T04:04:15.757" v="1280" actId="164"/>
          <ac:spMkLst>
            <pc:docMk/>
            <pc:sldMk cId="952608286" sldId="266"/>
            <ac:spMk id="3" creationId="{00002C16-EEC9-6BB3-65FF-C790ED75F0AC}"/>
          </ac:spMkLst>
        </pc:spChg>
        <pc:spChg chg="add mod">
          <ac:chgData name="吉田　翔一" userId="db623443-d4e2-4dd5-90ea-ff2856047313" providerId="ADAL" clId="{2F318863-C3F5-41B2-93B8-36ACAD91AB6C}" dt="2026-02-03T04:04:15.757" v="1280" actId="164"/>
          <ac:spMkLst>
            <pc:docMk/>
            <pc:sldMk cId="952608286" sldId="266"/>
            <ac:spMk id="4" creationId="{34C52DB6-2376-B10E-E25E-68F7B57FF583}"/>
          </ac:spMkLst>
        </pc:spChg>
        <pc:spChg chg="add mod">
          <ac:chgData name="吉田　翔一" userId="db623443-d4e2-4dd5-90ea-ff2856047313" providerId="ADAL" clId="{2F318863-C3F5-41B2-93B8-36ACAD91AB6C}" dt="2026-02-03T04:04:15.757" v="1280" actId="164"/>
          <ac:spMkLst>
            <pc:docMk/>
            <pc:sldMk cId="952608286" sldId="266"/>
            <ac:spMk id="5" creationId="{9FA591A1-8D77-BC89-C8C5-169DDD86CD4A}"/>
          </ac:spMkLst>
        </pc:spChg>
        <pc:spChg chg="mod">
          <ac:chgData name="吉田　翔一" userId="db623443-d4e2-4dd5-90ea-ff2856047313" providerId="ADAL" clId="{2F318863-C3F5-41B2-93B8-36ACAD91AB6C}" dt="2026-02-05T06:40:55.189" v="1368"/>
          <ac:spMkLst>
            <pc:docMk/>
            <pc:sldMk cId="952608286" sldId="266"/>
            <ac:spMk id="8" creationId="{E18AF27B-1067-2114-CFF0-E9D3528FAA34}"/>
          </ac:spMkLst>
        </pc:spChg>
        <pc:spChg chg="mod">
          <ac:chgData name="吉田　翔一" userId="db623443-d4e2-4dd5-90ea-ff2856047313" providerId="ADAL" clId="{2F318863-C3F5-41B2-93B8-36ACAD91AB6C}" dt="2026-02-05T06:40:55.189" v="1368"/>
          <ac:spMkLst>
            <pc:docMk/>
            <pc:sldMk cId="952608286" sldId="266"/>
            <ac:spMk id="11" creationId="{7B997C30-1878-5CD1-EC99-8CAB02C4E2FA}"/>
          </ac:spMkLst>
        </pc:spChg>
        <pc:spChg chg="mod">
          <ac:chgData name="吉田　翔一" userId="db623443-d4e2-4dd5-90ea-ff2856047313" providerId="ADAL" clId="{2F318863-C3F5-41B2-93B8-36ACAD91AB6C}" dt="2026-02-05T06:40:55.189" v="1368"/>
          <ac:spMkLst>
            <pc:docMk/>
            <pc:sldMk cId="952608286" sldId="266"/>
            <ac:spMk id="12" creationId="{BDA14238-8B67-F13F-A872-0CC5318BCBAA}"/>
          </ac:spMkLst>
        </pc:spChg>
        <pc:spChg chg="add mod">
          <ac:chgData name="吉田　翔一" userId="db623443-d4e2-4dd5-90ea-ff2856047313" providerId="ADAL" clId="{2F318863-C3F5-41B2-93B8-36ACAD91AB6C}" dt="2026-02-03T05:50:48.865" v="1339" actId="1076"/>
          <ac:spMkLst>
            <pc:docMk/>
            <pc:sldMk cId="952608286" sldId="266"/>
            <ac:spMk id="13" creationId="{8E98B784-A304-CB29-24FC-0C76B9DC6671}"/>
          </ac:spMkLst>
        </pc:spChg>
        <pc:spChg chg="mod">
          <ac:chgData name="吉田　翔一" userId="db623443-d4e2-4dd5-90ea-ff2856047313" providerId="ADAL" clId="{2F318863-C3F5-41B2-93B8-36ACAD91AB6C}" dt="2026-02-05T06:40:55.189" v="1368"/>
          <ac:spMkLst>
            <pc:docMk/>
            <pc:sldMk cId="952608286" sldId="266"/>
            <ac:spMk id="14" creationId="{321EF077-A53B-17F6-8C5C-68452CF2F436}"/>
          </ac:spMkLst>
        </pc:spChg>
        <pc:spChg chg="add mod">
          <ac:chgData name="吉田　翔一" userId="db623443-d4e2-4dd5-90ea-ff2856047313" providerId="ADAL" clId="{2F318863-C3F5-41B2-93B8-36ACAD91AB6C}" dt="2026-02-03T04:04:15.757" v="1280" actId="164"/>
          <ac:spMkLst>
            <pc:docMk/>
            <pc:sldMk cId="952608286" sldId="266"/>
            <ac:spMk id="16" creationId="{96545980-9BA2-69AF-2275-33FEABA41CB1}"/>
          </ac:spMkLst>
        </pc:spChg>
        <pc:spChg chg="add mod">
          <ac:chgData name="吉田　翔一" userId="db623443-d4e2-4dd5-90ea-ff2856047313" providerId="ADAL" clId="{2F318863-C3F5-41B2-93B8-36ACAD91AB6C}" dt="2026-02-03T04:04:15.757" v="1280" actId="164"/>
          <ac:spMkLst>
            <pc:docMk/>
            <pc:sldMk cId="952608286" sldId="266"/>
            <ac:spMk id="17" creationId="{020169BA-BE8A-58FC-5066-80AE3C63387C}"/>
          </ac:spMkLst>
        </pc:spChg>
        <pc:spChg chg="add mod">
          <ac:chgData name="吉田　翔一" userId="db623443-d4e2-4dd5-90ea-ff2856047313" providerId="ADAL" clId="{2F318863-C3F5-41B2-93B8-36ACAD91AB6C}" dt="2026-02-03T05:51:33.501" v="1365" actId="1076"/>
          <ac:spMkLst>
            <pc:docMk/>
            <pc:sldMk cId="952608286" sldId="266"/>
            <ac:spMk id="19" creationId="{DC5177D4-2C5E-95B1-0BCC-162FF7D2F398}"/>
          </ac:spMkLst>
        </pc:spChg>
        <pc:spChg chg="add mod">
          <ac:chgData name="吉田　翔一" userId="db623443-d4e2-4dd5-90ea-ff2856047313" providerId="ADAL" clId="{2F318863-C3F5-41B2-93B8-36ACAD91AB6C}" dt="2026-02-03T04:04:15.757" v="1280" actId="164"/>
          <ac:spMkLst>
            <pc:docMk/>
            <pc:sldMk cId="952608286" sldId="266"/>
            <ac:spMk id="20" creationId="{1ED6B66E-9366-7773-8860-D88D83D69B27}"/>
          </ac:spMkLst>
        </pc:spChg>
        <pc:spChg chg="add mod">
          <ac:chgData name="吉田　翔一" userId="db623443-d4e2-4dd5-90ea-ff2856047313" providerId="ADAL" clId="{2F318863-C3F5-41B2-93B8-36ACAD91AB6C}" dt="2026-02-03T04:04:15.757" v="1280" actId="164"/>
          <ac:spMkLst>
            <pc:docMk/>
            <pc:sldMk cId="952608286" sldId="266"/>
            <ac:spMk id="21" creationId="{057A005F-5EC5-3AB2-EA2F-8A3E0C49C1AF}"/>
          </ac:spMkLst>
        </pc:spChg>
        <pc:spChg chg="mod">
          <ac:chgData name="吉田　翔一" userId="db623443-d4e2-4dd5-90ea-ff2856047313" providerId="ADAL" clId="{2F318863-C3F5-41B2-93B8-36ACAD91AB6C}" dt="2026-02-05T06:40:55.189" v="1368"/>
          <ac:spMkLst>
            <pc:docMk/>
            <pc:sldMk cId="952608286" sldId="266"/>
            <ac:spMk id="22" creationId="{B049CE15-EAFD-E36D-A2A1-85EE4BBF3BC8}"/>
          </ac:spMkLst>
        </pc:spChg>
        <pc:spChg chg="mod">
          <ac:chgData name="吉田　翔一" userId="db623443-d4e2-4dd5-90ea-ff2856047313" providerId="ADAL" clId="{2F318863-C3F5-41B2-93B8-36ACAD91AB6C}" dt="2026-02-05T06:40:55.189" v="1368"/>
          <ac:spMkLst>
            <pc:docMk/>
            <pc:sldMk cId="952608286" sldId="266"/>
            <ac:spMk id="24" creationId="{AB63EB07-194B-6536-7E77-ED8B660147EF}"/>
          </ac:spMkLst>
        </pc:spChg>
        <pc:spChg chg="mod">
          <ac:chgData name="吉田　翔一" userId="db623443-d4e2-4dd5-90ea-ff2856047313" providerId="ADAL" clId="{2F318863-C3F5-41B2-93B8-36ACAD91AB6C}" dt="2026-02-05T06:40:55.189" v="1368"/>
          <ac:spMkLst>
            <pc:docMk/>
            <pc:sldMk cId="952608286" sldId="266"/>
            <ac:spMk id="25" creationId="{95425DCE-A1F4-B13D-BAA6-2A69C9B876A1}"/>
          </ac:spMkLst>
        </pc:spChg>
        <pc:spChg chg="mod">
          <ac:chgData name="吉田　翔一" userId="db623443-d4e2-4dd5-90ea-ff2856047313" providerId="ADAL" clId="{2F318863-C3F5-41B2-93B8-36ACAD91AB6C}" dt="2026-02-05T06:40:55.189" v="1368"/>
          <ac:spMkLst>
            <pc:docMk/>
            <pc:sldMk cId="952608286" sldId="266"/>
            <ac:spMk id="26" creationId="{820C98D3-248A-7540-0B3B-5E4F87739BAA}"/>
          </ac:spMkLst>
        </pc:spChg>
        <pc:spChg chg="mod">
          <ac:chgData name="吉田　翔一" userId="db623443-d4e2-4dd5-90ea-ff2856047313" providerId="ADAL" clId="{2F318863-C3F5-41B2-93B8-36ACAD91AB6C}" dt="2026-02-05T06:40:55.189" v="1368"/>
          <ac:spMkLst>
            <pc:docMk/>
            <pc:sldMk cId="952608286" sldId="266"/>
            <ac:spMk id="27" creationId="{7AE1DD19-0B25-4C97-9D7C-4C6DD0D6A649}"/>
          </ac:spMkLst>
        </pc:spChg>
        <pc:spChg chg="mod">
          <ac:chgData name="吉田　翔一" userId="db623443-d4e2-4dd5-90ea-ff2856047313" providerId="ADAL" clId="{2F318863-C3F5-41B2-93B8-36ACAD91AB6C}" dt="2026-02-05T06:40:55.189" v="1368"/>
          <ac:spMkLst>
            <pc:docMk/>
            <pc:sldMk cId="952608286" sldId="266"/>
            <ac:spMk id="29" creationId="{C0E93B14-FAE3-AE4F-2EC7-1097146F1FC6}"/>
          </ac:spMkLst>
        </pc:spChg>
        <pc:grpChg chg="mod">
          <ac:chgData name="吉田　翔一" userId="db623443-d4e2-4dd5-90ea-ff2856047313" providerId="ADAL" clId="{2F318863-C3F5-41B2-93B8-36ACAD91AB6C}" dt="2026-02-05T06:41:03.622" v="1369" actId="1076"/>
          <ac:grpSpMkLst>
            <pc:docMk/>
            <pc:sldMk cId="952608286" sldId="266"/>
            <ac:grpSpMk id="6" creationId="{84684A40-5BF4-47EE-D22B-E55E43B0D93C}"/>
          </ac:grpSpMkLst>
        </pc:grpChg>
        <pc:grpChg chg="mod">
          <ac:chgData name="吉田　翔一" userId="db623443-d4e2-4dd5-90ea-ff2856047313" providerId="ADAL" clId="{2F318863-C3F5-41B2-93B8-36ACAD91AB6C}" dt="2026-02-05T06:41:08.432" v="1370" actId="1076"/>
          <ac:grpSpMkLst>
            <pc:docMk/>
            <pc:sldMk cId="952608286" sldId="266"/>
            <ac:grpSpMk id="23" creationId="{E4F5D345-3C29-B5C9-2A20-8A0A1218E4EC}"/>
          </ac:grpSpMkLst>
        </pc:grpChg>
        <pc:cxnChg chg="add mod">
          <ac:chgData name="吉田　翔一" userId="db623443-d4e2-4dd5-90ea-ff2856047313" providerId="ADAL" clId="{2F318863-C3F5-41B2-93B8-36ACAD91AB6C}" dt="2026-02-03T04:01:30.590" v="1208" actId="14100"/>
          <ac:cxnSpMkLst>
            <pc:docMk/>
            <pc:sldMk cId="952608286" sldId="266"/>
            <ac:cxnSpMk id="7" creationId="{ED6BA82B-A788-0BE3-3D94-6805838887C3}"/>
          </ac:cxnSpMkLst>
        </pc:cxnChg>
        <pc:cxnChg chg="add mod">
          <ac:chgData name="吉田　翔一" userId="db623443-d4e2-4dd5-90ea-ff2856047313" providerId="ADAL" clId="{2F318863-C3F5-41B2-93B8-36ACAD91AB6C}" dt="2026-02-03T04:04:06.709" v="1279" actId="14100"/>
          <ac:cxnSpMkLst>
            <pc:docMk/>
            <pc:sldMk cId="952608286" sldId="266"/>
            <ac:cxnSpMk id="10" creationId="{5B564341-A82E-35EF-BA1D-592AA4E2A5A8}"/>
          </ac:cxnSpMkLst>
        </pc:cxnChg>
      </pc:sldChg>
      <pc:sldChg chg="addSp modSp new mod">
        <pc:chgData name="吉田　翔一" userId="db623443-d4e2-4dd5-90ea-ff2856047313" providerId="ADAL" clId="{2F318863-C3F5-41B2-93B8-36ACAD91AB6C}" dt="2026-02-11T02:43:28.062" v="1411" actId="164"/>
        <pc:sldMkLst>
          <pc:docMk/>
          <pc:sldMk cId="2972734124" sldId="267"/>
        </pc:sldMkLst>
        <pc:spChg chg="add mod">
          <ac:chgData name="吉田　翔一" userId="db623443-d4e2-4dd5-90ea-ff2856047313" providerId="ADAL" clId="{2F318863-C3F5-41B2-93B8-36ACAD91AB6C}" dt="2026-02-11T02:42:22.685" v="1401" actId="164"/>
          <ac:spMkLst>
            <pc:docMk/>
            <pc:sldMk cId="2972734124" sldId="267"/>
            <ac:spMk id="4" creationId="{7964430E-5469-F0AC-6594-E9216620D6B8}"/>
          </ac:spMkLst>
        </pc:spChg>
        <pc:spChg chg="add mod">
          <ac:chgData name="吉田　翔一" userId="db623443-d4e2-4dd5-90ea-ff2856047313" providerId="ADAL" clId="{2F318863-C3F5-41B2-93B8-36ACAD91AB6C}" dt="2026-02-11T02:43:28.062" v="1411" actId="164"/>
          <ac:spMkLst>
            <pc:docMk/>
            <pc:sldMk cId="2972734124" sldId="267"/>
            <ac:spMk id="8" creationId="{1021E020-09F7-4D9C-AA7F-B52FD61B4829}"/>
          </ac:spMkLst>
        </pc:spChg>
        <pc:grpChg chg="add mod">
          <ac:chgData name="吉田　翔一" userId="db623443-d4e2-4dd5-90ea-ff2856047313" providerId="ADAL" clId="{2F318863-C3F5-41B2-93B8-36ACAD91AB6C}" dt="2026-02-11T02:43:16.836" v="1409" actId="1076"/>
          <ac:grpSpMkLst>
            <pc:docMk/>
            <pc:sldMk cId="2972734124" sldId="267"/>
            <ac:grpSpMk id="5" creationId="{804952AC-3B64-4007-2A05-62D92B88969E}"/>
          </ac:grpSpMkLst>
        </pc:grpChg>
        <pc:grpChg chg="add mod">
          <ac:chgData name="吉田　翔一" userId="db623443-d4e2-4dd5-90ea-ff2856047313" providerId="ADAL" clId="{2F318863-C3F5-41B2-93B8-36ACAD91AB6C}" dt="2026-02-11T02:43:28.062" v="1411" actId="164"/>
          <ac:grpSpMkLst>
            <pc:docMk/>
            <pc:sldMk cId="2972734124" sldId="267"/>
            <ac:grpSpMk id="9" creationId="{3AB8F422-C13B-0F07-0843-C8CC5B2497E8}"/>
          </ac:grpSpMkLst>
        </pc:grpChg>
        <pc:picChg chg="add mod">
          <ac:chgData name="吉田　翔一" userId="db623443-d4e2-4dd5-90ea-ff2856047313" providerId="ADAL" clId="{2F318863-C3F5-41B2-93B8-36ACAD91AB6C}" dt="2026-02-11T02:42:22.685" v="1401" actId="164"/>
          <ac:picMkLst>
            <pc:docMk/>
            <pc:sldMk cId="2972734124" sldId="267"/>
            <ac:picMk id="3" creationId="{0C2473D0-64BA-738E-AC72-4CBACE6C3AEE}"/>
          </ac:picMkLst>
        </pc:picChg>
        <pc:picChg chg="add mod">
          <ac:chgData name="吉田　翔一" userId="db623443-d4e2-4dd5-90ea-ff2856047313" providerId="ADAL" clId="{2F318863-C3F5-41B2-93B8-36ACAD91AB6C}" dt="2026-02-11T02:43:28.062" v="1411" actId="164"/>
          <ac:picMkLst>
            <pc:docMk/>
            <pc:sldMk cId="2972734124" sldId="267"/>
            <ac:picMk id="7" creationId="{CD822233-7F72-AE6B-55AF-008A248D26A2}"/>
          </ac:picMkLst>
        </pc:picChg>
      </pc:sldChg>
      <pc:sldChg chg="addSp modSp new mod">
        <pc:chgData name="吉田　翔一" userId="db623443-d4e2-4dd5-90ea-ff2856047313" providerId="ADAL" clId="{2F318863-C3F5-41B2-93B8-36ACAD91AB6C}" dt="2026-02-22T16:30:17.385" v="1547" actId="164"/>
        <pc:sldMkLst>
          <pc:docMk/>
          <pc:sldMk cId="1040958970" sldId="268"/>
        </pc:sldMkLst>
        <pc:spChg chg="add mod">
          <ac:chgData name="吉田　翔一" userId="db623443-d4e2-4dd5-90ea-ff2856047313" providerId="ADAL" clId="{2F318863-C3F5-41B2-93B8-36ACAD91AB6C}" dt="2026-02-22T16:30:17.385" v="1547" actId="164"/>
          <ac:spMkLst>
            <pc:docMk/>
            <pc:sldMk cId="1040958970" sldId="268"/>
            <ac:spMk id="4" creationId="{1E6C8D1B-7C93-20AB-7AB9-62075A0E4F44}"/>
          </ac:spMkLst>
        </pc:spChg>
        <pc:grpChg chg="add mod">
          <ac:chgData name="吉田　翔一" userId="db623443-d4e2-4dd5-90ea-ff2856047313" providerId="ADAL" clId="{2F318863-C3F5-41B2-93B8-36ACAD91AB6C}" dt="2026-02-22T16:30:17.385" v="1547" actId="164"/>
          <ac:grpSpMkLst>
            <pc:docMk/>
            <pc:sldMk cId="1040958970" sldId="268"/>
            <ac:grpSpMk id="5" creationId="{B435C883-4DCB-2D59-44DA-931F218677A1}"/>
          </ac:grpSpMkLst>
        </pc:grpChg>
        <pc:picChg chg="add mod">
          <ac:chgData name="吉田　翔一" userId="db623443-d4e2-4dd5-90ea-ff2856047313" providerId="ADAL" clId="{2F318863-C3F5-41B2-93B8-36ACAD91AB6C}" dt="2026-02-22T16:30:17.385" v="1547" actId="164"/>
          <ac:picMkLst>
            <pc:docMk/>
            <pc:sldMk cId="1040958970" sldId="268"/>
            <ac:picMk id="3" creationId="{D5718C3F-2044-32FC-6F69-B8D141BE4D51}"/>
          </ac:picMkLst>
        </pc:picChg>
      </pc:sldChg>
      <pc:sldChg chg="addSp delSp modSp new mod ord">
        <pc:chgData name="吉田　翔一" userId="db623443-d4e2-4dd5-90ea-ff2856047313" providerId="ADAL" clId="{2F318863-C3F5-41B2-93B8-36ACAD91AB6C}" dt="2026-02-25T12:59:42.669" v="2122" actId="164"/>
        <pc:sldMkLst>
          <pc:docMk/>
          <pc:sldMk cId="685824984" sldId="269"/>
        </pc:sldMkLst>
        <pc:spChg chg="mod">
          <ac:chgData name="吉田　翔一" userId="db623443-d4e2-4dd5-90ea-ff2856047313" providerId="ADAL" clId="{2F318863-C3F5-41B2-93B8-36ACAD91AB6C}" dt="2026-02-25T12:52:39.640" v="2025" actId="1076"/>
          <ac:spMkLst>
            <pc:docMk/>
            <pc:sldMk cId="685824984" sldId="269"/>
            <ac:spMk id="2" creationId="{8CC16E52-181B-C002-6289-21A0184DE43A}"/>
          </ac:spMkLst>
        </pc:spChg>
        <pc:spChg chg="add mod ord">
          <ac:chgData name="吉田　翔一" userId="db623443-d4e2-4dd5-90ea-ff2856047313" providerId="ADAL" clId="{2F318863-C3F5-41B2-93B8-36ACAD91AB6C}" dt="2026-02-25T12:38:44.281" v="1779" actId="164"/>
          <ac:spMkLst>
            <pc:docMk/>
            <pc:sldMk cId="685824984" sldId="269"/>
            <ac:spMk id="3" creationId="{812874EE-C35C-F453-181D-AE8E42B72A5A}"/>
          </ac:spMkLst>
        </pc:spChg>
        <pc:spChg chg="add mod">
          <ac:chgData name="吉田　翔一" userId="db623443-d4e2-4dd5-90ea-ff2856047313" providerId="ADAL" clId="{2F318863-C3F5-41B2-93B8-36ACAD91AB6C}" dt="2026-02-25T12:38:44.281" v="1779" actId="164"/>
          <ac:spMkLst>
            <pc:docMk/>
            <pc:sldMk cId="685824984" sldId="269"/>
            <ac:spMk id="4" creationId="{AE157622-414D-688D-F291-F3B2EE366D98}"/>
          </ac:spMkLst>
        </pc:spChg>
        <pc:spChg chg="add mod">
          <ac:chgData name="吉田　翔一" userId="db623443-d4e2-4dd5-90ea-ff2856047313" providerId="ADAL" clId="{2F318863-C3F5-41B2-93B8-36ACAD91AB6C}" dt="2026-02-25T12:38:44.281" v="1779" actId="164"/>
          <ac:spMkLst>
            <pc:docMk/>
            <pc:sldMk cId="685824984" sldId="269"/>
            <ac:spMk id="5" creationId="{B9344EC1-067C-5F87-48AE-4C9FCAF65EF5}"/>
          </ac:spMkLst>
        </pc:spChg>
        <pc:spChg chg="add del mod ord">
          <ac:chgData name="吉田　翔一" userId="db623443-d4e2-4dd5-90ea-ff2856047313" providerId="ADAL" clId="{2F318863-C3F5-41B2-93B8-36ACAD91AB6C}" dt="2026-02-25T12:27:38.552" v="1588"/>
          <ac:spMkLst>
            <pc:docMk/>
            <pc:sldMk cId="685824984" sldId="269"/>
            <ac:spMk id="6" creationId="{8AB33887-5ECD-8307-5C3E-B86FAB177AAD}"/>
          </ac:spMkLst>
        </pc:spChg>
        <pc:spChg chg="add del mod">
          <ac:chgData name="吉田　翔一" userId="db623443-d4e2-4dd5-90ea-ff2856047313" providerId="ADAL" clId="{2F318863-C3F5-41B2-93B8-36ACAD91AB6C}" dt="2026-02-25T12:27:38.552" v="1588"/>
          <ac:spMkLst>
            <pc:docMk/>
            <pc:sldMk cId="685824984" sldId="269"/>
            <ac:spMk id="7" creationId="{09DF61C4-6CC3-269F-3AA4-C9E724314E60}"/>
          </ac:spMkLst>
        </pc:spChg>
        <pc:spChg chg="add del mod">
          <ac:chgData name="吉田　翔一" userId="db623443-d4e2-4dd5-90ea-ff2856047313" providerId="ADAL" clId="{2F318863-C3F5-41B2-93B8-36ACAD91AB6C}" dt="2026-02-25T12:38:44.281" v="1779" actId="164"/>
          <ac:spMkLst>
            <pc:docMk/>
            <pc:sldMk cId="685824984" sldId="269"/>
            <ac:spMk id="8" creationId="{908C20A4-56F7-560B-9AE4-1062E6F6C32F}"/>
          </ac:spMkLst>
        </pc:spChg>
        <pc:spChg chg="add del mod">
          <ac:chgData name="吉田　翔一" userId="db623443-d4e2-4dd5-90ea-ff2856047313" providerId="ADAL" clId="{2F318863-C3F5-41B2-93B8-36ACAD91AB6C}" dt="2026-02-25T12:38:44.281" v="1779" actId="164"/>
          <ac:spMkLst>
            <pc:docMk/>
            <pc:sldMk cId="685824984" sldId="269"/>
            <ac:spMk id="9" creationId="{84C06DC6-F73D-CF9B-4EDB-8EB9476C15E5}"/>
          </ac:spMkLst>
        </pc:spChg>
        <pc:spChg chg="mod">
          <ac:chgData name="吉田　翔一" userId="db623443-d4e2-4dd5-90ea-ff2856047313" providerId="ADAL" clId="{2F318863-C3F5-41B2-93B8-36ACAD91AB6C}" dt="2026-02-25T12:29:06.170" v="1599"/>
          <ac:spMkLst>
            <pc:docMk/>
            <pc:sldMk cId="685824984" sldId="269"/>
            <ac:spMk id="10" creationId="{40D41514-9F9D-5604-9DFE-6D4BA5DF0368}"/>
          </ac:spMkLst>
        </pc:spChg>
        <pc:spChg chg="add del mod">
          <ac:chgData name="吉田　翔一" userId="db623443-d4e2-4dd5-90ea-ff2856047313" providerId="ADAL" clId="{2F318863-C3F5-41B2-93B8-36ACAD91AB6C}" dt="2026-02-25T12:30:03.940" v="1615"/>
          <ac:spMkLst>
            <pc:docMk/>
            <pc:sldMk cId="685824984" sldId="269"/>
            <ac:spMk id="11" creationId="{C0AD971D-3013-5880-73AB-190BDC3EF5A3}"/>
          </ac:spMkLst>
        </pc:spChg>
        <pc:spChg chg="add del mod">
          <ac:chgData name="吉田　翔一" userId="db623443-d4e2-4dd5-90ea-ff2856047313" providerId="ADAL" clId="{2F318863-C3F5-41B2-93B8-36ACAD91AB6C}" dt="2026-02-25T12:30:03.940" v="1615"/>
          <ac:spMkLst>
            <pc:docMk/>
            <pc:sldMk cId="685824984" sldId="269"/>
            <ac:spMk id="12" creationId="{B2C86EA4-AEE3-BF98-24A6-59CABDD168FE}"/>
          </ac:spMkLst>
        </pc:spChg>
        <pc:spChg chg="mod">
          <ac:chgData name="吉田　翔一" userId="db623443-d4e2-4dd5-90ea-ff2856047313" providerId="ADAL" clId="{2F318863-C3F5-41B2-93B8-36ACAD91AB6C}" dt="2026-02-25T12:38:44.281" v="1779" actId="164"/>
          <ac:spMkLst>
            <pc:docMk/>
            <pc:sldMk cId="685824984" sldId="269"/>
            <ac:spMk id="13" creationId="{91A9A8D8-8E3A-8B8D-B697-34326A56AA60}"/>
          </ac:spMkLst>
        </pc:spChg>
        <pc:spChg chg="add del mod">
          <ac:chgData name="吉田　翔一" userId="db623443-d4e2-4dd5-90ea-ff2856047313" providerId="ADAL" clId="{2F318863-C3F5-41B2-93B8-36ACAD91AB6C}" dt="2026-02-25T12:30:32.750" v="1617" actId="478"/>
          <ac:spMkLst>
            <pc:docMk/>
            <pc:sldMk cId="685824984" sldId="269"/>
            <ac:spMk id="14" creationId="{E2A5DDFB-2E9A-71E0-261C-7764FC223F43}"/>
          </ac:spMkLst>
        </pc:spChg>
        <pc:spChg chg="add mod">
          <ac:chgData name="吉田　翔一" userId="db623443-d4e2-4dd5-90ea-ff2856047313" providerId="ADAL" clId="{2F318863-C3F5-41B2-93B8-36ACAD91AB6C}" dt="2026-02-25T12:31:24.162" v="1624" actId="12788"/>
          <ac:spMkLst>
            <pc:docMk/>
            <pc:sldMk cId="685824984" sldId="269"/>
            <ac:spMk id="15" creationId="{3935F889-EDA5-8E5B-9C4E-408ED0DC7FFA}"/>
          </ac:spMkLst>
        </pc:spChg>
        <pc:spChg chg="add mod">
          <ac:chgData name="吉田　翔一" userId="db623443-d4e2-4dd5-90ea-ff2856047313" providerId="ADAL" clId="{2F318863-C3F5-41B2-93B8-36ACAD91AB6C}" dt="2026-02-25T12:38:44.281" v="1779" actId="164"/>
          <ac:spMkLst>
            <pc:docMk/>
            <pc:sldMk cId="685824984" sldId="269"/>
            <ac:spMk id="16" creationId="{EE5D7DE7-B499-1741-1F31-4B6EE01DCCD2}"/>
          </ac:spMkLst>
        </pc:spChg>
        <pc:spChg chg="add mod ord">
          <ac:chgData name="吉田　翔一" userId="db623443-d4e2-4dd5-90ea-ff2856047313" providerId="ADAL" clId="{2F318863-C3F5-41B2-93B8-36ACAD91AB6C}" dt="2026-02-25T12:38:44.281" v="1779" actId="164"/>
          <ac:spMkLst>
            <pc:docMk/>
            <pc:sldMk cId="685824984" sldId="269"/>
            <ac:spMk id="17" creationId="{9A73F34B-ABE3-37C4-9B80-8716D69483E6}"/>
          </ac:spMkLst>
        </pc:spChg>
        <pc:spChg chg="add mod">
          <ac:chgData name="吉田　翔一" userId="db623443-d4e2-4dd5-90ea-ff2856047313" providerId="ADAL" clId="{2F318863-C3F5-41B2-93B8-36ACAD91AB6C}" dt="2026-02-25T12:38:44.281" v="1779" actId="164"/>
          <ac:spMkLst>
            <pc:docMk/>
            <pc:sldMk cId="685824984" sldId="269"/>
            <ac:spMk id="18" creationId="{DE4F0CE6-EBA7-C970-474F-BD7090EA1312}"/>
          </ac:spMkLst>
        </pc:spChg>
        <pc:spChg chg="add mod">
          <ac:chgData name="吉田　翔一" userId="db623443-d4e2-4dd5-90ea-ff2856047313" providerId="ADAL" clId="{2F318863-C3F5-41B2-93B8-36ACAD91AB6C}" dt="2026-02-25T12:38:44.281" v="1779" actId="164"/>
          <ac:spMkLst>
            <pc:docMk/>
            <pc:sldMk cId="685824984" sldId="269"/>
            <ac:spMk id="21" creationId="{62DC56A8-9FA6-BFDA-0EA9-6AE656C40B23}"/>
          </ac:spMkLst>
        </pc:spChg>
        <pc:spChg chg="add mod">
          <ac:chgData name="吉田　翔一" userId="db623443-d4e2-4dd5-90ea-ff2856047313" providerId="ADAL" clId="{2F318863-C3F5-41B2-93B8-36ACAD91AB6C}" dt="2026-02-25T12:34:55.519" v="1722" actId="207"/>
          <ac:spMkLst>
            <pc:docMk/>
            <pc:sldMk cId="685824984" sldId="269"/>
            <ac:spMk id="23" creationId="{D81CCE8D-FCFA-5F1C-6FF8-BB60F68EF94E}"/>
          </ac:spMkLst>
        </pc:spChg>
        <pc:spChg chg="add mod">
          <ac:chgData name="吉田　翔一" userId="db623443-d4e2-4dd5-90ea-ff2856047313" providerId="ADAL" clId="{2F318863-C3F5-41B2-93B8-36ACAD91AB6C}" dt="2026-02-25T12:36:41.236" v="1751" actId="692"/>
          <ac:spMkLst>
            <pc:docMk/>
            <pc:sldMk cId="685824984" sldId="269"/>
            <ac:spMk id="25" creationId="{D66527F4-2EB3-A5FF-E0E4-0755F3919D21}"/>
          </ac:spMkLst>
        </pc:spChg>
        <pc:spChg chg="add del">
          <ac:chgData name="吉田　翔一" userId="db623443-d4e2-4dd5-90ea-ff2856047313" providerId="ADAL" clId="{2F318863-C3F5-41B2-93B8-36ACAD91AB6C}" dt="2026-02-25T12:38:54.461" v="1781" actId="478"/>
          <ac:spMkLst>
            <pc:docMk/>
            <pc:sldMk cId="685824984" sldId="269"/>
            <ac:spMk id="38" creationId="{3F7DE9B3-91EC-0477-FC07-3BA285786294}"/>
          </ac:spMkLst>
        </pc:spChg>
        <pc:spChg chg="add mod topLvl">
          <ac:chgData name="吉田　翔一" userId="db623443-d4e2-4dd5-90ea-ff2856047313" providerId="ADAL" clId="{2F318863-C3F5-41B2-93B8-36ACAD91AB6C}" dt="2026-02-25T12:52:45.906" v="2026" actId="165"/>
          <ac:spMkLst>
            <pc:docMk/>
            <pc:sldMk cId="685824984" sldId="269"/>
            <ac:spMk id="39" creationId="{E75AD0D0-673F-E59B-64B1-35D8CF9CAB39}"/>
          </ac:spMkLst>
        </pc:spChg>
        <pc:spChg chg="add mod topLvl">
          <ac:chgData name="吉田　翔一" userId="db623443-d4e2-4dd5-90ea-ff2856047313" providerId="ADAL" clId="{2F318863-C3F5-41B2-93B8-36ACAD91AB6C}" dt="2026-02-25T12:52:45.906" v="2026" actId="165"/>
          <ac:spMkLst>
            <pc:docMk/>
            <pc:sldMk cId="685824984" sldId="269"/>
            <ac:spMk id="40" creationId="{5C7D5097-BEE8-06A8-637C-A1FF243E1611}"/>
          </ac:spMkLst>
        </pc:spChg>
        <pc:spChg chg="add mod topLvl">
          <ac:chgData name="吉田　翔一" userId="db623443-d4e2-4dd5-90ea-ff2856047313" providerId="ADAL" clId="{2F318863-C3F5-41B2-93B8-36ACAD91AB6C}" dt="2026-02-25T12:59:42.669" v="2122" actId="164"/>
          <ac:spMkLst>
            <pc:docMk/>
            <pc:sldMk cId="685824984" sldId="269"/>
            <ac:spMk id="41" creationId="{CC81B595-AC44-A707-D8B9-A270B85C5633}"/>
          </ac:spMkLst>
        </pc:spChg>
        <pc:spChg chg="add mod topLvl">
          <ac:chgData name="吉田　翔一" userId="db623443-d4e2-4dd5-90ea-ff2856047313" providerId="ADAL" clId="{2F318863-C3F5-41B2-93B8-36ACAD91AB6C}" dt="2026-02-25T12:59:42.669" v="2122" actId="164"/>
          <ac:spMkLst>
            <pc:docMk/>
            <pc:sldMk cId="685824984" sldId="269"/>
            <ac:spMk id="42" creationId="{37686671-C082-D9B5-B309-2647AA6669B2}"/>
          </ac:spMkLst>
        </pc:spChg>
        <pc:spChg chg="add mod topLvl">
          <ac:chgData name="吉田　翔一" userId="db623443-d4e2-4dd5-90ea-ff2856047313" providerId="ADAL" clId="{2F318863-C3F5-41B2-93B8-36ACAD91AB6C}" dt="2026-02-25T12:52:45.906" v="2026" actId="165"/>
          <ac:spMkLst>
            <pc:docMk/>
            <pc:sldMk cId="685824984" sldId="269"/>
            <ac:spMk id="43" creationId="{27D30C5F-BA80-DB4D-C388-5032809BA768}"/>
          </ac:spMkLst>
        </pc:spChg>
        <pc:spChg chg="add mod ord topLvl">
          <ac:chgData name="吉田　翔一" userId="db623443-d4e2-4dd5-90ea-ff2856047313" providerId="ADAL" clId="{2F318863-C3F5-41B2-93B8-36ACAD91AB6C}" dt="2026-02-25T12:59:42.669" v="2122" actId="164"/>
          <ac:spMkLst>
            <pc:docMk/>
            <pc:sldMk cId="685824984" sldId="269"/>
            <ac:spMk id="45" creationId="{18F002BD-8F95-3046-B12B-32B89ABEB1FA}"/>
          </ac:spMkLst>
        </pc:spChg>
        <pc:spChg chg="add mod topLvl">
          <ac:chgData name="吉田　翔一" userId="db623443-d4e2-4dd5-90ea-ff2856047313" providerId="ADAL" clId="{2F318863-C3F5-41B2-93B8-36ACAD91AB6C}" dt="2026-02-25T12:59:42.669" v="2122" actId="164"/>
          <ac:spMkLst>
            <pc:docMk/>
            <pc:sldMk cId="685824984" sldId="269"/>
            <ac:spMk id="49" creationId="{C04B07CE-1C40-11F7-6385-A86F1F547635}"/>
          </ac:spMkLst>
        </pc:spChg>
        <pc:spChg chg="add mod topLvl">
          <ac:chgData name="吉田　翔一" userId="db623443-d4e2-4dd5-90ea-ff2856047313" providerId="ADAL" clId="{2F318863-C3F5-41B2-93B8-36ACAD91AB6C}" dt="2026-02-25T12:59:42.669" v="2122" actId="164"/>
          <ac:spMkLst>
            <pc:docMk/>
            <pc:sldMk cId="685824984" sldId="269"/>
            <ac:spMk id="52" creationId="{95EFE80D-2E08-90E4-820A-F1384119864C}"/>
          </ac:spMkLst>
        </pc:spChg>
        <pc:spChg chg="add mod">
          <ac:chgData name="吉田　翔一" userId="db623443-d4e2-4dd5-90ea-ff2856047313" providerId="ADAL" clId="{2F318863-C3F5-41B2-93B8-36ACAD91AB6C}" dt="2026-02-25T12:50:24.096" v="1955" actId="164"/>
          <ac:spMkLst>
            <pc:docMk/>
            <pc:sldMk cId="685824984" sldId="269"/>
            <ac:spMk id="54" creationId="{F3E9B784-6B37-A518-3807-5448DFFC4429}"/>
          </ac:spMkLst>
        </pc:spChg>
        <pc:spChg chg="add del mod">
          <ac:chgData name="吉田　翔一" userId="db623443-d4e2-4dd5-90ea-ff2856047313" providerId="ADAL" clId="{2F318863-C3F5-41B2-93B8-36ACAD91AB6C}" dt="2026-02-25T12:51:57.819" v="1973" actId="478"/>
          <ac:spMkLst>
            <pc:docMk/>
            <pc:sldMk cId="685824984" sldId="269"/>
            <ac:spMk id="60" creationId="{7D1F4435-A4C0-62BF-0C52-A9BCADBC1E24}"/>
          </ac:spMkLst>
        </pc:spChg>
        <pc:spChg chg="add mod">
          <ac:chgData name="吉田　翔一" userId="db623443-d4e2-4dd5-90ea-ff2856047313" providerId="ADAL" clId="{2F318863-C3F5-41B2-93B8-36ACAD91AB6C}" dt="2026-02-25T12:59:42.669" v="2122" actId="164"/>
          <ac:spMkLst>
            <pc:docMk/>
            <pc:sldMk cId="685824984" sldId="269"/>
            <ac:spMk id="61" creationId="{E3A6AFB2-4E9E-E06B-9E94-8E74A26BADAD}"/>
          </ac:spMkLst>
        </pc:spChg>
        <pc:spChg chg="add del mod">
          <ac:chgData name="吉田　翔一" userId="db623443-d4e2-4dd5-90ea-ff2856047313" providerId="ADAL" clId="{2F318863-C3F5-41B2-93B8-36ACAD91AB6C}" dt="2026-02-25T12:56:56.348" v="2076"/>
          <ac:spMkLst>
            <pc:docMk/>
            <pc:sldMk cId="685824984" sldId="269"/>
            <ac:spMk id="66" creationId="{47AB080A-4A59-8C2E-CC43-FAC2693D502A}"/>
          </ac:spMkLst>
        </pc:spChg>
        <pc:spChg chg="add del mod">
          <ac:chgData name="吉田　翔一" userId="db623443-d4e2-4dd5-90ea-ff2856047313" providerId="ADAL" clId="{2F318863-C3F5-41B2-93B8-36ACAD91AB6C}" dt="2026-02-25T12:56:56.348" v="2076"/>
          <ac:spMkLst>
            <pc:docMk/>
            <pc:sldMk cId="685824984" sldId="269"/>
            <ac:spMk id="67" creationId="{B457481B-A076-3FDE-F421-84D224A26E39}"/>
          </ac:spMkLst>
        </pc:spChg>
        <pc:spChg chg="add del mod">
          <ac:chgData name="吉田　翔一" userId="db623443-d4e2-4dd5-90ea-ff2856047313" providerId="ADAL" clId="{2F318863-C3F5-41B2-93B8-36ACAD91AB6C}" dt="2026-02-25T12:56:56.348" v="2076"/>
          <ac:spMkLst>
            <pc:docMk/>
            <pc:sldMk cId="685824984" sldId="269"/>
            <ac:spMk id="68" creationId="{A8DE1A8A-F270-2CB9-BE44-65BDD9166394}"/>
          </ac:spMkLst>
        </pc:spChg>
        <pc:spChg chg="mod">
          <ac:chgData name="吉田　翔一" userId="db623443-d4e2-4dd5-90ea-ff2856047313" providerId="ADAL" clId="{2F318863-C3F5-41B2-93B8-36ACAD91AB6C}" dt="2026-02-25T12:59:42.669" v="2122" actId="164"/>
          <ac:spMkLst>
            <pc:docMk/>
            <pc:sldMk cId="685824984" sldId="269"/>
            <ac:spMk id="69" creationId="{AC635EA4-7F00-8B8D-2D2B-EC49C755C2AC}"/>
          </ac:spMkLst>
        </pc:spChg>
        <pc:spChg chg="add mod">
          <ac:chgData name="吉田　翔一" userId="db623443-d4e2-4dd5-90ea-ff2856047313" providerId="ADAL" clId="{2F318863-C3F5-41B2-93B8-36ACAD91AB6C}" dt="2026-02-25T12:59:42.669" v="2122" actId="164"/>
          <ac:spMkLst>
            <pc:docMk/>
            <pc:sldMk cId="685824984" sldId="269"/>
            <ac:spMk id="81" creationId="{3B1B4365-9CCD-3E63-D1B9-3E8FCDD00B91}"/>
          </ac:spMkLst>
        </pc:spChg>
        <pc:spChg chg="add mod">
          <ac:chgData name="吉田　翔一" userId="db623443-d4e2-4dd5-90ea-ff2856047313" providerId="ADAL" clId="{2F318863-C3F5-41B2-93B8-36ACAD91AB6C}" dt="2026-02-25T12:59:42.669" v="2122" actId="164"/>
          <ac:spMkLst>
            <pc:docMk/>
            <pc:sldMk cId="685824984" sldId="269"/>
            <ac:spMk id="82" creationId="{42593C4B-19BC-98D4-B357-265074A97AD5}"/>
          </ac:spMkLst>
        </pc:spChg>
        <pc:spChg chg="add mod">
          <ac:chgData name="吉田　翔一" userId="db623443-d4e2-4dd5-90ea-ff2856047313" providerId="ADAL" clId="{2F318863-C3F5-41B2-93B8-36ACAD91AB6C}" dt="2026-02-25T12:59:42.669" v="2122" actId="164"/>
          <ac:spMkLst>
            <pc:docMk/>
            <pc:sldMk cId="685824984" sldId="269"/>
            <ac:spMk id="84" creationId="{ADC2E20E-D0FE-99B7-7D6A-BD73D4AD8E49}"/>
          </ac:spMkLst>
        </pc:spChg>
        <pc:grpChg chg="add del mod">
          <ac:chgData name="吉田　翔一" userId="db623443-d4e2-4dd5-90ea-ff2856047313" providerId="ADAL" clId="{2F318863-C3F5-41B2-93B8-36ACAD91AB6C}" dt="2026-02-25T12:42:37.957" v="1820" actId="165"/>
          <ac:grpSpMkLst>
            <pc:docMk/>
            <pc:sldMk cId="685824984" sldId="269"/>
            <ac:grpSpMk id="44" creationId="{25879976-7C00-E69A-D55B-AA92B7375A25}"/>
          </ac:grpSpMkLst>
        </pc:grpChg>
        <pc:grpChg chg="add del mod">
          <ac:chgData name="吉田　翔一" userId="db623443-d4e2-4dd5-90ea-ff2856047313" providerId="ADAL" clId="{2F318863-C3F5-41B2-93B8-36ACAD91AB6C}" dt="2026-02-25T12:52:45.906" v="2026" actId="165"/>
          <ac:grpSpMkLst>
            <pc:docMk/>
            <pc:sldMk cId="685824984" sldId="269"/>
            <ac:grpSpMk id="55" creationId="{34C63075-06CC-8584-C633-70D136EFD1C3}"/>
          </ac:grpSpMkLst>
        </pc:grpChg>
        <pc:grpChg chg="add mod">
          <ac:chgData name="吉田　翔一" userId="db623443-d4e2-4dd5-90ea-ff2856047313" providerId="ADAL" clId="{2F318863-C3F5-41B2-93B8-36ACAD91AB6C}" dt="2026-02-25T12:49:50.785" v="1951" actId="164"/>
          <ac:grpSpMkLst>
            <pc:docMk/>
            <pc:sldMk cId="685824984" sldId="269"/>
            <ac:grpSpMk id="57" creationId="{0AF1E66A-F6EE-BB50-34DA-AB807514754D}"/>
          </ac:grpSpMkLst>
        </pc:grpChg>
        <pc:grpChg chg="add del mod">
          <ac:chgData name="吉田　翔一" userId="db623443-d4e2-4dd5-90ea-ff2856047313" providerId="ADAL" clId="{2F318863-C3F5-41B2-93B8-36ACAD91AB6C}" dt="2026-02-25T12:50:30.670" v="1957" actId="478"/>
          <ac:grpSpMkLst>
            <pc:docMk/>
            <pc:sldMk cId="685824984" sldId="269"/>
            <ac:grpSpMk id="58" creationId="{42FFC64C-6A3E-38B5-DA6C-9862E67D7159}"/>
          </ac:grpSpMkLst>
        </pc:grpChg>
        <pc:picChg chg="add mod ord">
          <ac:chgData name="吉田　翔一" userId="db623443-d4e2-4dd5-90ea-ff2856047313" providerId="ADAL" clId="{2F318863-C3F5-41B2-93B8-36ACAD91AB6C}" dt="2026-02-25T12:50:24.096" v="1955" actId="164"/>
          <ac:picMkLst>
            <pc:docMk/>
            <pc:sldMk cId="685824984" sldId="269"/>
            <ac:picMk id="56" creationId="{D77F8185-661D-DA72-EE06-373F0CCD4B2A}"/>
          </ac:picMkLst>
        </pc:picChg>
        <pc:picChg chg="add mod">
          <ac:chgData name="吉田　翔一" userId="db623443-d4e2-4dd5-90ea-ff2856047313" providerId="ADAL" clId="{2F318863-C3F5-41B2-93B8-36ACAD91AB6C}" dt="2026-02-25T12:52:03.531" v="1975" actId="1076"/>
          <ac:picMkLst>
            <pc:docMk/>
            <pc:sldMk cId="685824984" sldId="269"/>
            <ac:picMk id="59" creationId="{E1D28367-6E6D-C685-9389-48EB4833C4E1}"/>
          </ac:picMkLst>
        </pc:picChg>
        <pc:cxnChg chg="add mod">
          <ac:chgData name="吉田　翔一" userId="db623443-d4e2-4dd5-90ea-ff2856047313" providerId="ADAL" clId="{2F318863-C3F5-41B2-93B8-36ACAD91AB6C}" dt="2026-02-25T12:33:35.555" v="1691" actId="692"/>
          <ac:cxnSpMkLst>
            <pc:docMk/>
            <pc:sldMk cId="685824984" sldId="269"/>
            <ac:cxnSpMk id="20" creationId="{004ADD82-CED9-7971-173E-E93418AC9F3D}"/>
          </ac:cxnSpMkLst>
        </pc:cxnChg>
        <pc:cxnChg chg="add del mod">
          <ac:chgData name="吉田　翔一" userId="db623443-d4e2-4dd5-90ea-ff2856047313" providerId="ADAL" clId="{2F318863-C3F5-41B2-93B8-36ACAD91AB6C}" dt="2026-02-25T12:34:40.128" v="1710" actId="478"/>
          <ac:cxnSpMkLst>
            <pc:docMk/>
            <pc:sldMk cId="685824984" sldId="269"/>
            <ac:cxnSpMk id="22" creationId="{6DB00443-1396-9ACA-1BFD-9581D8FBA7D8}"/>
          </ac:cxnSpMkLst>
        </pc:cxnChg>
        <pc:cxnChg chg="add mod">
          <ac:chgData name="吉田　翔一" userId="db623443-d4e2-4dd5-90ea-ff2856047313" providerId="ADAL" clId="{2F318863-C3F5-41B2-93B8-36ACAD91AB6C}" dt="2026-02-25T12:36:13.810" v="1743" actId="14100"/>
          <ac:cxnSpMkLst>
            <pc:docMk/>
            <pc:sldMk cId="685824984" sldId="269"/>
            <ac:cxnSpMk id="24" creationId="{AB8AF6C8-2C64-1AEE-C480-A7CB320C789D}"/>
          </ac:cxnSpMkLst>
        </pc:cxnChg>
        <pc:cxnChg chg="add mod">
          <ac:chgData name="吉田　翔一" userId="db623443-d4e2-4dd5-90ea-ff2856047313" providerId="ADAL" clId="{2F318863-C3F5-41B2-93B8-36ACAD91AB6C}" dt="2026-02-25T12:38:17.346" v="1776" actId="12789"/>
          <ac:cxnSpMkLst>
            <pc:docMk/>
            <pc:sldMk cId="685824984" sldId="269"/>
            <ac:cxnSpMk id="28" creationId="{59490BAA-7761-0EA5-72A3-C138AD25B6BB}"/>
          </ac:cxnSpMkLst>
        </pc:cxnChg>
        <pc:cxnChg chg="add mod ord">
          <ac:chgData name="吉田　翔一" userId="db623443-d4e2-4dd5-90ea-ff2856047313" providerId="ADAL" clId="{2F318863-C3F5-41B2-93B8-36ACAD91AB6C}" dt="2026-02-25T12:38:17.346" v="1776" actId="12789"/>
          <ac:cxnSpMkLst>
            <pc:docMk/>
            <pc:sldMk cId="685824984" sldId="269"/>
            <ac:cxnSpMk id="30" creationId="{BE5C9B7C-DD12-7E1D-E009-42E79D205A3A}"/>
          </ac:cxnSpMkLst>
        </pc:cxnChg>
        <pc:cxnChg chg="add mod">
          <ac:chgData name="吉田　翔一" userId="db623443-d4e2-4dd5-90ea-ff2856047313" providerId="ADAL" clId="{2F318863-C3F5-41B2-93B8-36ACAD91AB6C}" dt="2026-02-25T12:38:35.058" v="1778" actId="14100"/>
          <ac:cxnSpMkLst>
            <pc:docMk/>
            <pc:sldMk cId="685824984" sldId="269"/>
            <ac:cxnSpMk id="33" creationId="{12249319-6B57-6CD7-65BB-23002E8637F1}"/>
          </ac:cxnSpMkLst>
        </pc:cxnChg>
        <pc:cxnChg chg="add mod">
          <ac:chgData name="吉田　翔一" userId="db623443-d4e2-4dd5-90ea-ff2856047313" providerId="ADAL" clId="{2F318863-C3F5-41B2-93B8-36ACAD91AB6C}" dt="2026-02-25T12:38:30.386" v="1777" actId="14100"/>
          <ac:cxnSpMkLst>
            <pc:docMk/>
            <pc:sldMk cId="685824984" sldId="269"/>
            <ac:cxnSpMk id="34" creationId="{063078E8-BF19-7B8E-19C7-07BF74A7B11C}"/>
          </ac:cxnSpMkLst>
        </pc:cxnChg>
        <pc:cxnChg chg="add mod">
          <ac:chgData name="吉田　翔一" userId="db623443-d4e2-4dd5-90ea-ff2856047313" providerId="ADAL" clId="{2F318863-C3F5-41B2-93B8-36ACAD91AB6C}" dt="2026-02-25T12:47:13.798" v="1857" actId="1076"/>
          <ac:cxnSpMkLst>
            <pc:docMk/>
            <pc:sldMk cId="685824984" sldId="269"/>
            <ac:cxnSpMk id="47" creationId="{0135E68E-5591-2324-A5AA-448867D0FBD5}"/>
          </ac:cxnSpMkLst>
        </pc:cxnChg>
        <pc:cxnChg chg="add mod topLvl">
          <ac:chgData name="吉田　翔一" userId="db623443-d4e2-4dd5-90ea-ff2856047313" providerId="ADAL" clId="{2F318863-C3F5-41B2-93B8-36ACAD91AB6C}" dt="2026-02-25T12:52:45.906" v="2026" actId="165"/>
          <ac:cxnSpMkLst>
            <pc:docMk/>
            <pc:sldMk cId="685824984" sldId="269"/>
            <ac:cxnSpMk id="50" creationId="{5EA8C720-2F2D-E3CC-32BE-7683E498F865}"/>
          </ac:cxnSpMkLst>
        </pc:cxnChg>
        <pc:cxnChg chg="add del mod">
          <ac:chgData name="吉田　翔一" userId="db623443-d4e2-4dd5-90ea-ff2856047313" providerId="ADAL" clId="{2F318863-C3F5-41B2-93B8-36ACAD91AB6C}" dt="2026-02-25T12:48:14.716" v="1880" actId="478"/>
          <ac:cxnSpMkLst>
            <pc:docMk/>
            <pc:sldMk cId="685824984" sldId="269"/>
            <ac:cxnSpMk id="53" creationId="{A3A06F43-6DAF-C798-21C0-A67E3C6AFD29}"/>
          </ac:cxnSpMkLst>
        </pc:cxnChg>
        <pc:cxnChg chg="add mod">
          <ac:chgData name="吉田　翔一" userId="db623443-d4e2-4dd5-90ea-ff2856047313" providerId="ADAL" clId="{2F318863-C3F5-41B2-93B8-36ACAD91AB6C}" dt="2026-02-25T12:55:11.714" v="2051" actId="12789"/>
          <ac:cxnSpMkLst>
            <pc:docMk/>
            <pc:sldMk cId="685824984" sldId="269"/>
            <ac:cxnSpMk id="63" creationId="{5B85C48F-220E-D94F-7A17-9F265598BEF8}"/>
          </ac:cxnSpMkLst>
        </pc:cxnChg>
        <pc:cxnChg chg="add mod">
          <ac:chgData name="吉田　翔一" userId="db623443-d4e2-4dd5-90ea-ff2856047313" providerId="ADAL" clId="{2F318863-C3F5-41B2-93B8-36ACAD91AB6C}" dt="2026-02-25T12:55:11.714" v="2051" actId="12789"/>
          <ac:cxnSpMkLst>
            <pc:docMk/>
            <pc:sldMk cId="685824984" sldId="269"/>
            <ac:cxnSpMk id="65" creationId="{315BC87E-9A5E-52B3-53DD-135141ED7287}"/>
          </ac:cxnSpMkLst>
        </pc:cxnChg>
        <pc:cxnChg chg="add del mod">
          <ac:chgData name="吉田　翔一" userId="db623443-d4e2-4dd5-90ea-ff2856047313" providerId="ADAL" clId="{2F318863-C3F5-41B2-93B8-36ACAD91AB6C}" dt="2026-02-25T12:57:26.267" v="2080" actId="478"/>
          <ac:cxnSpMkLst>
            <pc:docMk/>
            <pc:sldMk cId="685824984" sldId="269"/>
            <ac:cxnSpMk id="71" creationId="{0542880B-3735-ABBD-DEEB-6400B1958CC0}"/>
          </ac:cxnSpMkLst>
        </pc:cxnChg>
        <pc:cxnChg chg="add mod">
          <ac:chgData name="吉田　翔一" userId="db623443-d4e2-4dd5-90ea-ff2856047313" providerId="ADAL" clId="{2F318863-C3F5-41B2-93B8-36ACAD91AB6C}" dt="2026-02-25T12:57:48.455" v="2088" actId="692"/>
          <ac:cxnSpMkLst>
            <pc:docMk/>
            <pc:sldMk cId="685824984" sldId="269"/>
            <ac:cxnSpMk id="73" creationId="{7B0D8DA8-77BD-047C-6C48-B0C93E054E85}"/>
          </ac:cxnSpMkLst>
        </pc:cxnChg>
        <pc:cxnChg chg="add mod">
          <ac:chgData name="吉田　翔一" userId="db623443-d4e2-4dd5-90ea-ff2856047313" providerId="ADAL" clId="{2F318863-C3F5-41B2-93B8-36ACAD91AB6C}" dt="2026-02-25T12:58:02.530" v="2091" actId="1076"/>
          <ac:cxnSpMkLst>
            <pc:docMk/>
            <pc:sldMk cId="685824984" sldId="269"/>
            <ac:cxnSpMk id="75" creationId="{242B6E3D-63D5-123D-6220-82288554517D}"/>
          </ac:cxnSpMkLst>
        </pc:cxnChg>
        <pc:cxnChg chg="add mod">
          <ac:chgData name="吉田　翔一" userId="db623443-d4e2-4dd5-90ea-ff2856047313" providerId="ADAL" clId="{2F318863-C3F5-41B2-93B8-36ACAD91AB6C}" dt="2026-02-25T12:58:33.928" v="2101" actId="1076"/>
          <ac:cxnSpMkLst>
            <pc:docMk/>
            <pc:sldMk cId="685824984" sldId="269"/>
            <ac:cxnSpMk id="77" creationId="{E4BBBE33-89A1-60D2-795B-30D503EFC960}"/>
          </ac:cxnSpMkLst>
        </pc:cxnChg>
        <pc:cxnChg chg="add mod">
          <ac:chgData name="吉田　翔一" userId="db623443-d4e2-4dd5-90ea-ff2856047313" providerId="ADAL" clId="{2F318863-C3F5-41B2-93B8-36ACAD91AB6C}" dt="2026-02-25T12:58:36.106" v="2102" actId="14100"/>
          <ac:cxnSpMkLst>
            <pc:docMk/>
            <pc:sldMk cId="685824984" sldId="269"/>
            <ac:cxnSpMk id="78" creationId="{6A8AB58C-15FD-E6E9-96E0-DEB6D1D1F098}"/>
          </ac:cxnSpMkLst>
        </pc:cxnChg>
        <pc:cxnChg chg="add mod">
          <ac:chgData name="吉田　翔一" userId="db623443-d4e2-4dd5-90ea-ff2856047313" providerId="ADAL" clId="{2F318863-C3F5-41B2-93B8-36ACAD91AB6C}" dt="2026-02-25T12:59:31.362" v="2121" actId="12788"/>
          <ac:cxnSpMkLst>
            <pc:docMk/>
            <pc:sldMk cId="685824984" sldId="269"/>
            <ac:cxnSpMk id="83" creationId="{4D472550-B23E-E0E2-E1A0-47C347FA8464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319210-3D51-42D1-A9A1-869390918C69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8AB58-48B2-4932-B6B3-EA55AE7A60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5342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8AB58-48B2-4932-B6B3-EA55AE7A6076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9676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8AB58-48B2-4932-B6B3-EA55AE7A6076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0245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FDB384-1506-A929-5206-71BB88D41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FA20838-864C-CDF8-4DEA-41889CEA29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A50FBC-562F-9658-17E1-AEF63F362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54856-B420-4DE9-BB40-38B16CB0B6A8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0B15B0-AB25-5543-47F3-33B4571E7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F7544A-CAF3-32A8-8F5E-270BF6F53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BC3A3-FBB0-43AB-AB13-3FA7EFB340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3541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7198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188CE8-3786-7BC9-1EA9-C990015E6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3FCB7DA-3D54-3377-F105-033B1E885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C66742-E3E1-1426-3408-582F1404C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54856-B420-4DE9-BB40-38B16CB0B6A8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B19A63-76F7-F094-B0CD-35719218E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D868DE-9A20-C85F-D909-0A6D883F3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BC3A3-FBB0-43AB-AB13-3FA7EFB340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762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6B1712-80F1-51BB-6BE8-C3360C8CD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B886333-8EB0-6A94-52CF-42D7F1F439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87F357F-78DD-B657-8FBC-D324C3B404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CD12270-DD4D-0A80-CD40-49D559D94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54856-B420-4DE9-BB40-38B16CB0B6A8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0109084-20AC-C8FB-A13F-E750416C1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1A3F336-1343-84A0-B5CA-7D7A5ECC8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BC3A3-FBB0-43AB-AB13-3FA7EFB340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1791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AB63B3-79EB-9605-1C3C-8395E9FF3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AEFE7E-4478-C22C-C15A-08CC0347E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533C29E-FC0F-76BA-AE4B-4D5D5ADB0E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AE3CF34-1599-EA0A-EEDB-3C31FEC94F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80D52B7-9262-258E-9603-FEC77D7D0B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A9B4C7A-A34B-5D96-ABC8-ECA1EB55B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54856-B420-4DE9-BB40-38B16CB0B6A8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C5680D3-F6EC-EC39-0BEE-199922163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FE55012-5071-A589-B3BA-8013DBA06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BC3A3-FBB0-43AB-AB13-3FA7EFB340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2526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FE972A-25F5-3E6D-5E45-E7F1C3010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320D4B0-AB8B-E1AC-94F4-F1067E01A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54856-B420-4DE9-BB40-38B16CB0B6A8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08B868D-2AC8-EE56-753A-A62789B9A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70E412C-8E1E-BDE9-17AA-F4D320236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BC3A3-FBB0-43AB-AB13-3FA7EFB340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604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269AD9A-5EEA-F702-B4B4-841538C36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54856-B420-4DE9-BB40-38B16CB0B6A8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EAB876C-B28E-DD76-58F8-5D514BB47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56ECB73-70E5-9807-3926-381097DA5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BC3A3-FBB0-43AB-AB13-3FA7EFB340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1497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5E97B6-BD07-5805-8CE1-2CE8839D5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6587DC5-317E-A2DC-203D-04566D5FF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F89865E-D460-7D73-871C-09C6D200A9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ACA4F1E-2700-2D10-AED1-19F1D8074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54856-B420-4DE9-BB40-38B16CB0B6A8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EE355A9-2BA2-4AB9-3678-FE9B07E00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C7D7888-65FD-30E4-0598-466343077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BC3A3-FBB0-43AB-AB13-3FA7EFB340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628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7F726E-9BCE-9636-7256-66E443B1A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C3EEB69-46BF-A6A9-A3B4-4F79848380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080CC89-EC91-2A08-2176-5A237EA464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08892C-141A-01C5-AD13-92F04B5C5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54856-B420-4DE9-BB40-38B16CB0B6A8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63D134A-09EF-95F7-CCCF-0574EEE49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7A37372-43E1-23FA-08AA-E5EE7B8DE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BC3A3-FBB0-43AB-AB13-3FA7EFB340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36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EC16F7-A06C-1E15-1C03-199FBBF5D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7AC683A-B863-5942-25DB-268091EEC4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747F6D-A811-A116-F807-FFCB1D236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54856-B420-4DE9-BB40-38B16CB0B6A8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08A3D2-41AC-8996-290F-4FB3CF147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815090-48F3-9E62-9909-7C279B05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BC3A3-FBB0-43AB-AB13-3FA7EFB340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4778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C1F5231-8FCC-19EA-ED65-FE1776D00D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EEC94E2-A4FE-EBC6-09A2-0A1C5A7ED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D6BC12-743B-CD41-326C-22CCFED46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54856-B420-4DE9-BB40-38B16CB0B6A8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210268-477E-C1CA-165E-4F7FD2EA3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B30BF8-1650-FCF5-8004-63CA9D067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BC3A3-FBB0-43AB-AB13-3FA7EFB340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82790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206D7BAA-27EC-4322-9196-3053A5E8FF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5631" y="-36000"/>
            <a:ext cx="12240061" cy="6897226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3960000" y="3006000"/>
            <a:ext cx="7584843" cy="576064"/>
          </a:xfrm>
        </p:spPr>
        <p:txBody>
          <a:bodyPr>
            <a:noAutofit/>
          </a:bodyPr>
          <a:lstStyle>
            <a:lvl1pPr algn="r">
              <a:defRPr sz="3500" b="1" spc="-150"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マスタ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926912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40ABE12-19BF-4217-BAFD-78AE39DEEA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5632" y="-36000"/>
            <a:ext cx="12240063" cy="6897227"/>
          </a:xfrm>
          <a:prstGeom prst="rect">
            <a:avLst/>
          </a:prstGeom>
        </p:spPr>
      </p:pic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8702400" y="6217201"/>
            <a:ext cx="2844800" cy="365125"/>
          </a:xfrm>
        </p:spPr>
        <p:txBody>
          <a:bodyPr/>
          <a:lstStyle>
            <a:lvl1pPr>
              <a:defRPr sz="1000">
                <a:solidFill>
                  <a:srgbClr val="CAA82B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lang="en-US" altLang="ja-JP"/>
              <a:t>00</a:t>
            </a:r>
            <a:endParaRPr lang="ja-JP" altLang="en-US" dirty="0"/>
          </a:p>
        </p:txBody>
      </p:sp>
      <p:sp>
        <p:nvSpPr>
          <p:cNvPr id="8" name="タイトル 1"/>
          <p:cNvSpPr>
            <a:spLocks noGrp="1"/>
          </p:cNvSpPr>
          <p:nvPr>
            <p:ph type="title" hasCustomPrompt="1"/>
          </p:nvPr>
        </p:nvSpPr>
        <p:spPr>
          <a:xfrm>
            <a:off x="552000" y="332656"/>
            <a:ext cx="10972800" cy="508918"/>
          </a:xfrm>
        </p:spPr>
        <p:txBody>
          <a:bodyPr>
            <a:noAutofit/>
          </a:bodyPr>
          <a:lstStyle>
            <a:lvl1pPr algn="l">
              <a:defRPr sz="2900" b="1" spc="-150"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マスタ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0900439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57970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74306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97811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14199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75625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29537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77203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34747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056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B65BABF-0CE7-D5F6-A22F-DF9C3F04F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14FA55C-E7E6-A40B-2A0C-81952651E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C45056-97C7-039E-13ED-0D081B8288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B54856-B420-4DE9-BB40-38B16CB0B6A8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E3C5F2-125B-E8C2-BDEE-F89977FE16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3FA53C-9A60-0922-44D9-C934D72C51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3BC3A3-FBB0-43AB-AB13-3FA7EFB340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7199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6541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1981AD1A-C02D-DC59-92A2-BA83C7B52FCD}"/>
              </a:ext>
            </a:extLst>
          </p:cNvPr>
          <p:cNvGrpSpPr/>
          <p:nvPr/>
        </p:nvGrpSpPr>
        <p:grpSpPr>
          <a:xfrm>
            <a:off x="4027470" y="1736064"/>
            <a:ext cx="3195263" cy="2692098"/>
            <a:chOff x="2167847" y="1664145"/>
            <a:chExt cx="3195263" cy="2692098"/>
          </a:xfrm>
        </p:grpSpPr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E916F1F8-624A-EAAE-3065-989D3734AC30}"/>
                </a:ext>
              </a:extLst>
            </p:cNvPr>
            <p:cNvSpPr/>
            <p:nvPr/>
          </p:nvSpPr>
          <p:spPr>
            <a:xfrm>
              <a:off x="2167847" y="1664145"/>
              <a:ext cx="3195263" cy="26920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56DF2BC0-50C9-776E-6F3A-33626345C832}"/>
                </a:ext>
              </a:extLst>
            </p:cNvPr>
            <p:cNvGrpSpPr/>
            <p:nvPr/>
          </p:nvGrpSpPr>
          <p:grpSpPr>
            <a:xfrm>
              <a:off x="2167848" y="1734247"/>
              <a:ext cx="3195262" cy="2539212"/>
              <a:chOff x="3143893" y="1479479"/>
              <a:chExt cx="3195262" cy="2539212"/>
            </a:xfrm>
          </p:grpSpPr>
          <p:sp>
            <p:nvSpPr>
              <p:cNvPr id="24" name="正方形/長方形 23">
                <a:extLst>
                  <a:ext uri="{FF2B5EF4-FFF2-40B4-BE49-F238E27FC236}">
                    <a16:creationId xmlns:a16="http://schemas.microsoft.com/office/drawing/2014/main" id="{61787E6C-E8F2-45BE-1319-D5B97FA03BB3}"/>
                  </a:ext>
                </a:extLst>
              </p:cNvPr>
              <p:cNvSpPr/>
              <p:nvPr/>
            </p:nvSpPr>
            <p:spPr>
              <a:xfrm>
                <a:off x="3325494" y="3007223"/>
                <a:ext cx="2856136" cy="101146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23" name="グループ化 22">
                <a:extLst>
                  <a:ext uri="{FF2B5EF4-FFF2-40B4-BE49-F238E27FC236}">
                    <a16:creationId xmlns:a16="http://schemas.microsoft.com/office/drawing/2014/main" id="{F48F1E3A-FEA3-F284-A835-D81A36CBAF6E}"/>
                  </a:ext>
                </a:extLst>
              </p:cNvPr>
              <p:cNvGrpSpPr/>
              <p:nvPr/>
            </p:nvGrpSpPr>
            <p:grpSpPr>
              <a:xfrm>
                <a:off x="3143893" y="1972101"/>
                <a:ext cx="3195262" cy="2035302"/>
                <a:chOff x="873304" y="3215811"/>
                <a:chExt cx="3781549" cy="1836506"/>
              </a:xfrm>
            </p:grpSpPr>
            <p:sp>
              <p:nvSpPr>
                <p:cNvPr id="19" name="正方形/長方形 18">
                  <a:extLst>
                    <a:ext uri="{FF2B5EF4-FFF2-40B4-BE49-F238E27FC236}">
                      <a16:creationId xmlns:a16="http://schemas.microsoft.com/office/drawing/2014/main" id="{FC410832-1E09-C93D-06A3-E732577E611F}"/>
                    </a:ext>
                  </a:extLst>
                </p:cNvPr>
                <p:cNvSpPr/>
                <p:nvPr/>
              </p:nvSpPr>
              <p:spPr>
                <a:xfrm>
                  <a:off x="1094197" y="3429000"/>
                  <a:ext cx="3380197" cy="162331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21" name="正方形/長方形 20">
                  <a:extLst>
                    <a:ext uri="{FF2B5EF4-FFF2-40B4-BE49-F238E27FC236}">
                      <a16:creationId xmlns:a16="http://schemas.microsoft.com/office/drawing/2014/main" id="{13109D45-0E4E-1F1D-1A9F-98B941733872}"/>
                    </a:ext>
                  </a:extLst>
                </p:cNvPr>
                <p:cNvSpPr/>
                <p:nvPr/>
              </p:nvSpPr>
              <p:spPr>
                <a:xfrm>
                  <a:off x="873304" y="3215811"/>
                  <a:ext cx="3781549" cy="42124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4" name="四角形: 角を丸くする 3">
                <a:extLst>
                  <a:ext uri="{FF2B5EF4-FFF2-40B4-BE49-F238E27FC236}">
                    <a16:creationId xmlns:a16="http://schemas.microsoft.com/office/drawing/2014/main" id="{C3126411-C2D8-0855-6F21-ADBF31225C65}"/>
                  </a:ext>
                </a:extLst>
              </p:cNvPr>
              <p:cNvSpPr/>
              <p:nvPr/>
            </p:nvSpPr>
            <p:spPr>
              <a:xfrm>
                <a:off x="3549296" y="1479479"/>
                <a:ext cx="2404153" cy="66782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5200C10E-0155-1185-4C5C-FCAA79D3B07F}"/>
                  </a:ext>
                </a:extLst>
              </p:cNvPr>
              <p:cNvSpPr txBox="1"/>
              <p:nvPr/>
            </p:nvSpPr>
            <p:spPr>
              <a:xfrm>
                <a:off x="3590398" y="1479479"/>
                <a:ext cx="22808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b="1" dirty="0"/>
                  <a:t>ポテンショスタット</a:t>
                </a:r>
              </a:p>
            </p:txBody>
          </p:sp>
          <p:cxnSp>
            <p:nvCxnSpPr>
              <p:cNvPr id="11" name="直線コネクタ 10">
                <a:extLst>
                  <a:ext uri="{FF2B5EF4-FFF2-40B4-BE49-F238E27FC236}">
                    <a16:creationId xmlns:a16="http://schemas.microsoft.com/office/drawing/2014/main" id="{5E519B99-DC0C-B08A-7EFB-AD453C8EF2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96766" y="1972101"/>
                <a:ext cx="0" cy="63699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8" name="グループ化 27">
                <a:extLst>
                  <a:ext uri="{FF2B5EF4-FFF2-40B4-BE49-F238E27FC236}">
                    <a16:creationId xmlns:a16="http://schemas.microsoft.com/office/drawing/2014/main" id="{B3E9CB1D-5A65-B756-88E6-7D05FAB3C2CD}"/>
                  </a:ext>
                </a:extLst>
              </p:cNvPr>
              <p:cNvGrpSpPr/>
              <p:nvPr/>
            </p:nvGrpSpPr>
            <p:grpSpPr>
              <a:xfrm>
                <a:off x="3590398" y="1848811"/>
                <a:ext cx="461665" cy="1541123"/>
                <a:chOff x="1675691" y="913862"/>
                <a:chExt cx="461665" cy="1541123"/>
              </a:xfrm>
            </p:grpSpPr>
            <p:sp>
              <p:nvSpPr>
                <p:cNvPr id="13" name="正方形/長方形 12">
                  <a:extLst>
                    <a:ext uri="{FF2B5EF4-FFF2-40B4-BE49-F238E27FC236}">
                      <a16:creationId xmlns:a16="http://schemas.microsoft.com/office/drawing/2014/main" id="{BD4726D4-2007-2F7B-8636-FEB3773F0EBE}"/>
                    </a:ext>
                  </a:extLst>
                </p:cNvPr>
                <p:cNvSpPr/>
                <p:nvPr/>
              </p:nvSpPr>
              <p:spPr>
                <a:xfrm>
                  <a:off x="1756885" y="1674149"/>
                  <a:ext cx="328765" cy="780836"/>
                </a:xfrm>
                <a:prstGeom prst="rect">
                  <a:avLst/>
                </a:prstGeom>
                <a:solidFill>
                  <a:srgbClr val="FFFFCC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grpSp>
              <p:nvGrpSpPr>
                <p:cNvPr id="25" name="グループ化 24">
                  <a:extLst>
                    <a:ext uri="{FF2B5EF4-FFF2-40B4-BE49-F238E27FC236}">
                      <a16:creationId xmlns:a16="http://schemas.microsoft.com/office/drawing/2014/main" id="{5717CFC3-FDF2-FC59-9277-E3FCF58E396F}"/>
                    </a:ext>
                  </a:extLst>
                </p:cNvPr>
                <p:cNvGrpSpPr/>
                <p:nvPr/>
              </p:nvGrpSpPr>
              <p:grpSpPr>
                <a:xfrm>
                  <a:off x="1675691" y="913862"/>
                  <a:ext cx="461665" cy="1541123"/>
                  <a:chOff x="1675691" y="913862"/>
                  <a:chExt cx="461665" cy="1541123"/>
                </a:xfrm>
              </p:grpSpPr>
              <p:sp>
                <p:nvSpPr>
                  <p:cNvPr id="6" name="楕円 5">
                    <a:extLst>
                      <a:ext uri="{FF2B5EF4-FFF2-40B4-BE49-F238E27FC236}">
                        <a16:creationId xmlns:a16="http://schemas.microsoft.com/office/drawing/2014/main" id="{51627A8D-61A5-0625-DE04-E5DA7FBD7D6D}"/>
                      </a:ext>
                    </a:extLst>
                  </p:cNvPr>
                  <p:cNvSpPr/>
                  <p:nvPr/>
                </p:nvSpPr>
                <p:spPr>
                  <a:xfrm>
                    <a:off x="1797978" y="913862"/>
                    <a:ext cx="246580" cy="246580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cxnSp>
                <p:nvCxnSpPr>
                  <p:cNvPr id="10" name="直線コネクタ 9">
                    <a:extLst>
                      <a:ext uri="{FF2B5EF4-FFF2-40B4-BE49-F238E27FC236}">
                        <a16:creationId xmlns:a16="http://schemas.microsoft.com/office/drawing/2014/main" id="{D57D0C0B-554A-927A-62C1-044A168180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921268" y="1037152"/>
                    <a:ext cx="0" cy="636997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" name="テキスト ボックス 15">
                    <a:extLst>
                      <a:ext uri="{FF2B5EF4-FFF2-40B4-BE49-F238E27FC236}">
                        <a16:creationId xmlns:a16="http://schemas.microsoft.com/office/drawing/2014/main" id="{B12B2B18-8360-4040-1BB8-0214C6BC169F}"/>
                      </a:ext>
                    </a:extLst>
                  </p:cNvPr>
                  <p:cNvSpPr txBox="1"/>
                  <p:nvPr/>
                </p:nvSpPr>
                <p:spPr>
                  <a:xfrm>
                    <a:off x="1675691" y="1674149"/>
                    <a:ext cx="461665" cy="780836"/>
                  </a:xfrm>
                  <a:prstGeom prst="rect">
                    <a:avLst/>
                  </a:prstGeom>
                  <a:noFill/>
                </p:spPr>
                <p:txBody>
                  <a:bodyPr vert="eaVert" wrap="square" rtlCol="0">
                    <a:spAutoFit/>
                  </a:bodyPr>
                  <a:lstStyle/>
                  <a:p>
                    <a:pPr algn="ctr"/>
                    <a:r>
                      <a:rPr kumimoji="1" lang="ja-JP" altLang="en-US" dirty="0"/>
                      <a:t>作用極</a:t>
                    </a:r>
                  </a:p>
                </p:txBody>
              </p:sp>
            </p:grpSp>
          </p:grpSp>
          <p:grpSp>
            <p:nvGrpSpPr>
              <p:cNvPr id="29" name="グループ化 28">
                <a:extLst>
                  <a:ext uri="{FF2B5EF4-FFF2-40B4-BE49-F238E27FC236}">
                    <a16:creationId xmlns:a16="http://schemas.microsoft.com/office/drawing/2014/main" id="{DF1A0F6B-FB0C-12BD-5A7D-9CBF7EAF8419}"/>
                  </a:ext>
                </a:extLst>
              </p:cNvPr>
              <p:cNvGrpSpPr/>
              <p:nvPr/>
            </p:nvGrpSpPr>
            <p:grpSpPr>
              <a:xfrm>
                <a:off x="4442037" y="1848811"/>
                <a:ext cx="461665" cy="1548830"/>
                <a:chOff x="2540168" y="913862"/>
                <a:chExt cx="461665" cy="1548830"/>
              </a:xfrm>
            </p:grpSpPr>
            <p:sp>
              <p:nvSpPr>
                <p:cNvPr id="14" name="正方形/長方形 13">
                  <a:extLst>
                    <a:ext uri="{FF2B5EF4-FFF2-40B4-BE49-F238E27FC236}">
                      <a16:creationId xmlns:a16="http://schemas.microsoft.com/office/drawing/2014/main" id="{4DC13289-14CB-033A-06E0-7BF588F32916}"/>
                    </a:ext>
                  </a:extLst>
                </p:cNvPr>
                <p:cNvSpPr/>
                <p:nvPr/>
              </p:nvSpPr>
              <p:spPr>
                <a:xfrm>
                  <a:off x="2630515" y="1674149"/>
                  <a:ext cx="328765" cy="780836"/>
                </a:xfrm>
                <a:prstGeom prst="rect">
                  <a:avLst/>
                </a:prstGeom>
                <a:solidFill>
                  <a:srgbClr val="DDDDDD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grpSp>
              <p:nvGrpSpPr>
                <p:cNvPr id="26" name="グループ化 25">
                  <a:extLst>
                    <a:ext uri="{FF2B5EF4-FFF2-40B4-BE49-F238E27FC236}">
                      <a16:creationId xmlns:a16="http://schemas.microsoft.com/office/drawing/2014/main" id="{AC488544-710A-94EF-6F9D-CEBFC61539D4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2540168" y="913862"/>
                  <a:ext cx="461665" cy="1548830"/>
                  <a:chOff x="2563280" y="913862"/>
                  <a:chExt cx="461665" cy="1548830"/>
                </a:xfrm>
              </p:grpSpPr>
              <p:sp>
                <p:nvSpPr>
                  <p:cNvPr id="7" name="楕円 6">
                    <a:extLst>
                      <a:ext uri="{FF2B5EF4-FFF2-40B4-BE49-F238E27FC236}">
                        <a16:creationId xmlns:a16="http://schemas.microsoft.com/office/drawing/2014/main" id="{31351D18-69BB-456D-8FA2-9B304C0F88A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694719" y="913862"/>
                    <a:ext cx="246580" cy="246580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7" name="テキスト ボックス 16">
                    <a:extLst>
                      <a:ext uri="{FF2B5EF4-FFF2-40B4-BE49-F238E27FC236}">
                        <a16:creationId xmlns:a16="http://schemas.microsoft.com/office/drawing/2014/main" id="{D36E51C0-68BB-E65C-B2B7-A2D79E0295F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563280" y="1681856"/>
                    <a:ext cx="461665" cy="780836"/>
                  </a:xfrm>
                  <a:prstGeom prst="rect">
                    <a:avLst/>
                  </a:prstGeom>
                  <a:noFill/>
                </p:spPr>
                <p:txBody>
                  <a:bodyPr vert="eaVert" wrap="square" rtlCol="0">
                    <a:spAutoFit/>
                  </a:bodyPr>
                  <a:lstStyle/>
                  <a:p>
                    <a:pPr algn="ctr"/>
                    <a:r>
                      <a:rPr lang="ja-JP" altLang="en-US" dirty="0"/>
                      <a:t>参照極</a:t>
                    </a:r>
                    <a:endParaRPr kumimoji="1" lang="ja-JP" altLang="en-US" dirty="0"/>
                  </a:p>
                </p:txBody>
              </p:sp>
            </p:grpSp>
          </p:grpSp>
          <p:grpSp>
            <p:nvGrpSpPr>
              <p:cNvPr id="30" name="グループ化 29">
                <a:extLst>
                  <a:ext uri="{FF2B5EF4-FFF2-40B4-BE49-F238E27FC236}">
                    <a16:creationId xmlns:a16="http://schemas.microsoft.com/office/drawing/2014/main" id="{B7CF3F0F-74E2-24A1-7746-6527A59A1536}"/>
                  </a:ext>
                </a:extLst>
              </p:cNvPr>
              <p:cNvGrpSpPr/>
              <p:nvPr/>
            </p:nvGrpSpPr>
            <p:grpSpPr>
              <a:xfrm>
                <a:off x="5326724" y="1848811"/>
                <a:ext cx="461665" cy="1541123"/>
                <a:chOff x="3412017" y="913862"/>
                <a:chExt cx="461665" cy="1541123"/>
              </a:xfrm>
            </p:grpSpPr>
            <p:sp>
              <p:nvSpPr>
                <p:cNvPr id="15" name="正方形/長方形 14">
                  <a:extLst>
                    <a:ext uri="{FF2B5EF4-FFF2-40B4-BE49-F238E27FC236}">
                      <a16:creationId xmlns:a16="http://schemas.microsoft.com/office/drawing/2014/main" id="{A0E4F1D2-C4B2-2C38-D1CF-8A163F56E862}"/>
                    </a:ext>
                  </a:extLst>
                </p:cNvPr>
                <p:cNvSpPr/>
                <p:nvPr/>
              </p:nvSpPr>
              <p:spPr>
                <a:xfrm>
                  <a:off x="3493213" y="1674149"/>
                  <a:ext cx="328765" cy="78083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grpSp>
              <p:nvGrpSpPr>
                <p:cNvPr id="27" name="グループ化 26">
                  <a:extLst>
                    <a:ext uri="{FF2B5EF4-FFF2-40B4-BE49-F238E27FC236}">
                      <a16:creationId xmlns:a16="http://schemas.microsoft.com/office/drawing/2014/main" id="{B0AA08F3-2B64-4DB5-E5AD-14BE484B42BE}"/>
                    </a:ext>
                  </a:extLst>
                </p:cNvPr>
                <p:cNvGrpSpPr/>
                <p:nvPr/>
              </p:nvGrpSpPr>
              <p:grpSpPr>
                <a:xfrm>
                  <a:off x="3412017" y="913862"/>
                  <a:ext cx="461665" cy="1533039"/>
                  <a:chOff x="3412017" y="913862"/>
                  <a:chExt cx="461665" cy="1533039"/>
                </a:xfrm>
              </p:grpSpPr>
              <p:sp>
                <p:nvSpPr>
                  <p:cNvPr id="8" name="楕円 7">
                    <a:extLst>
                      <a:ext uri="{FF2B5EF4-FFF2-40B4-BE49-F238E27FC236}">
                        <a16:creationId xmlns:a16="http://schemas.microsoft.com/office/drawing/2014/main" id="{61F90B57-20A3-0BB7-161B-D6BC4C0B6816}"/>
                      </a:ext>
                    </a:extLst>
                  </p:cNvPr>
                  <p:cNvSpPr/>
                  <p:nvPr/>
                </p:nvSpPr>
                <p:spPr>
                  <a:xfrm>
                    <a:off x="3534305" y="913862"/>
                    <a:ext cx="246580" cy="246580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cxnSp>
                <p:nvCxnSpPr>
                  <p:cNvPr id="12" name="直線コネクタ 11">
                    <a:extLst>
                      <a:ext uri="{FF2B5EF4-FFF2-40B4-BE49-F238E27FC236}">
                        <a16:creationId xmlns:a16="http://schemas.microsoft.com/office/drawing/2014/main" id="{0B0DC22C-A85F-8F32-CA25-C965964100D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57595" y="1037152"/>
                    <a:ext cx="0" cy="636997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8" name="テキスト ボックス 17">
                    <a:extLst>
                      <a:ext uri="{FF2B5EF4-FFF2-40B4-BE49-F238E27FC236}">
                        <a16:creationId xmlns:a16="http://schemas.microsoft.com/office/drawing/2014/main" id="{7C923727-5C3C-1DE9-F14B-BE8DC8F03C8A}"/>
                      </a:ext>
                    </a:extLst>
                  </p:cNvPr>
                  <p:cNvSpPr txBox="1"/>
                  <p:nvPr/>
                </p:nvSpPr>
                <p:spPr>
                  <a:xfrm>
                    <a:off x="3412017" y="1666065"/>
                    <a:ext cx="461665" cy="780836"/>
                  </a:xfrm>
                  <a:prstGeom prst="rect">
                    <a:avLst/>
                  </a:prstGeom>
                  <a:noFill/>
                </p:spPr>
                <p:txBody>
                  <a:bodyPr vert="eaVert" wrap="square" rtlCol="0">
                    <a:spAutoFit/>
                  </a:bodyPr>
                  <a:lstStyle/>
                  <a:p>
                    <a:pPr algn="ctr"/>
                    <a:r>
                      <a:rPr lang="ja-JP" altLang="en-US" dirty="0"/>
                      <a:t>対極</a:t>
                    </a:r>
                    <a:endParaRPr kumimoji="1" lang="ja-JP" altLang="en-US" dirty="0"/>
                  </a:p>
                </p:txBody>
              </p:sp>
            </p:grpSp>
          </p:grpSp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4F2C5D3C-A258-A11C-BDE5-F57DC35A33F0}"/>
                  </a:ext>
                </a:extLst>
              </p:cNvPr>
              <p:cNvSpPr txBox="1"/>
              <p:nvPr/>
            </p:nvSpPr>
            <p:spPr>
              <a:xfrm>
                <a:off x="4364804" y="3588885"/>
                <a:ext cx="8938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dirty="0"/>
                  <a:t>電解液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65959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804952AC-3B64-4007-2A05-62D92B88969E}"/>
              </a:ext>
            </a:extLst>
          </p:cNvPr>
          <p:cNvGrpSpPr/>
          <p:nvPr/>
        </p:nvGrpSpPr>
        <p:grpSpPr>
          <a:xfrm>
            <a:off x="-69007" y="967826"/>
            <a:ext cx="6165007" cy="5394960"/>
            <a:chOff x="429289" y="803440"/>
            <a:chExt cx="6165007" cy="5394960"/>
          </a:xfrm>
        </p:grpSpPr>
        <p:pic>
          <p:nvPicPr>
            <p:cNvPr id="3" name="図 2" descr="グラフ, 散布図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0C2473D0-64BA-738E-AC72-4CBACE6C3A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289" y="803440"/>
              <a:ext cx="5394960" cy="539496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テキスト ボックス 3">
                  <a:extLst>
                    <a:ext uri="{FF2B5EF4-FFF2-40B4-BE49-F238E27FC236}">
                      <a16:creationId xmlns:a16="http://schemas.microsoft.com/office/drawing/2014/main" id="{7964430E-5469-F0AC-6594-E9216620D6B8}"/>
                    </a:ext>
                  </a:extLst>
                </p:cNvPr>
                <p:cNvSpPr txBox="1"/>
                <p:nvPr/>
              </p:nvSpPr>
              <p:spPr>
                <a:xfrm>
                  <a:off x="5597703" y="5301465"/>
                  <a:ext cx="99659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kumimoji="1" lang="en-US" altLang="ja-JP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kumimoji="1" lang="en-US" altLang="ja-JP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kumimoji="1" lang="en-US" altLang="ja-JP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−3</m:t>
                            </m:r>
                          </m:sup>
                        </m:sSup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kumimoji="1" lang="en-US" altLang="ja-JP" sz="1400" b="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" name="テキスト ボックス 3">
                  <a:extLst>
                    <a:ext uri="{FF2B5EF4-FFF2-40B4-BE49-F238E27FC236}">
                      <a16:creationId xmlns:a16="http://schemas.microsoft.com/office/drawing/2014/main" id="{7964430E-5469-F0AC-6594-E9216620D6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7703" y="5301465"/>
                  <a:ext cx="996593" cy="307777"/>
                </a:xfrm>
                <a:prstGeom prst="rect">
                  <a:avLst/>
                </a:prstGeom>
                <a:blipFill>
                  <a:blip r:embed="rId3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3AB8F422-C13B-0F07-0843-C8CC5B2497E8}"/>
              </a:ext>
            </a:extLst>
          </p:cNvPr>
          <p:cNvGrpSpPr/>
          <p:nvPr/>
        </p:nvGrpSpPr>
        <p:grpSpPr>
          <a:xfrm>
            <a:off x="6285558" y="505711"/>
            <a:ext cx="5394960" cy="5692689"/>
            <a:chOff x="6285558" y="505711"/>
            <a:chExt cx="5394960" cy="5692689"/>
          </a:xfrm>
        </p:grpSpPr>
        <p:pic>
          <p:nvPicPr>
            <p:cNvPr id="7" name="図 6" descr="グラフ, 散布図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CD822233-7F72-AE6B-55AF-008A248D26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5558" y="803440"/>
              <a:ext cx="5394960" cy="539496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1021E020-09F7-4D9C-AA7F-B52FD61B4829}"/>
                    </a:ext>
                  </a:extLst>
                </p:cNvPr>
                <p:cNvSpPr txBox="1"/>
                <p:nvPr/>
              </p:nvSpPr>
              <p:spPr>
                <a:xfrm>
                  <a:off x="6653716" y="505711"/>
                  <a:ext cx="99659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kumimoji="1" lang="en-US" altLang="ja-JP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kumimoji="1" lang="en-US" altLang="ja-JP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kumimoji="1" lang="en-US" altLang="ja-JP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−3</m:t>
                            </m:r>
                          </m:sup>
                        </m:sSup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kumimoji="1" lang="en-US" altLang="ja-JP" sz="1400" b="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1021E020-09F7-4D9C-AA7F-B52FD61B48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3716" y="505711"/>
                  <a:ext cx="996593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72734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CEAD49FA-2469-FF5B-5378-158C776AC3DF}"/>
              </a:ext>
            </a:extLst>
          </p:cNvPr>
          <p:cNvGrpSpPr/>
          <p:nvPr/>
        </p:nvGrpSpPr>
        <p:grpSpPr>
          <a:xfrm>
            <a:off x="1819933" y="1145714"/>
            <a:ext cx="4057753" cy="2758467"/>
            <a:chOff x="5867083" y="1767154"/>
            <a:chExt cx="4057753" cy="2773486"/>
          </a:xfrm>
        </p:grpSpPr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AB2B042E-A9B0-5515-2865-B86BEAC58EAF}"/>
                </a:ext>
              </a:extLst>
            </p:cNvPr>
            <p:cNvSpPr/>
            <p:nvPr/>
          </p:nvSpPr>
          <p:spPr>
            <a:xfrm>
              <a:off x="6246688" y="1767154"/>
              <a:ext cx="3678148" cy="24041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55407F4E-41E2-AEA3-ADA0-6A56E68C1C95}"/>
                </a:ext>
              </a:extLst>
            </p:cNvPr>
            <p:cNvSpPr txBox="1"/>
            <p:nvPr/>
          </p:nvSpPr>
          <p:spPr>
            <a:xfrm>
              <a:off x="7756092" y="4171308"/>
              <a:ext cx="6593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dirty="0"/>
                <a:t>時間</a:t>
              </a: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7C2C9804-1561-5347-E1CE-D9ABF9D4741A}"/>
                </a:ext>
              </a:extLst>
            </p:cNvPr>
            <p:cNvSpPr txBox="1"/>
            <p:nvPr/>
          </p:nvSpPr>
          <p:spPr>
            <a:xfrm rot="16200000" flipH="1">
              <a:off x="5719253" y="2779428"/>
              <a:ext cx="675265" cy="379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dirty="0"/>
                <a:t>電位</a:t>
              </a:r>
            </a:p>
          </p:txBody>
        </p: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5CF2DA4C-4358-EDB3-D4AF-D18EC498818C}"/>
                </a:ext>
              </a:extLst>
            </p:cNvPr>
            <p:cNvCxnSpPr/>
            <p:nvPr/>
          </p:nvCxnSpPr>
          <p:spPr>
            <a:xfrm flipH="1">
              <a:off x="6558503" y="2261461"/>
              <a:ext cx="1539454" cy="141554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F38B453F-9A93-5A51-863B-4661509878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73567" y="2261461"/>
              <a:ext cx="1539454" cy="141554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5D92DF20-1300-0175-9768-5CDE36F5B576}"/>
              </a:ext>
            </a:extLst>
          </p:cNvPr>
          <p:cNvGrpSpPr/>
          <p:nvPr/>
        </p:nvGrpSpPr>
        <p:grpSpPr>
          <a:xfrm>
            <a:off x="6021290" y="3979669"/>
            <a:ext cx="4313668" cy="2760467"/>
            <a:chOff x="6021290" y="3979669"/>
            <a:chExt cx="4313668" cy="2760467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DB3B82CC-033F-747C-A468-C4A2F1E2BBF2}"/>
                </a:ext>
              </a:extLst>
            </p:cNvPr>
            <p:cNvSpPr/>
            <p:nvPr/>
          </p:nvSpPr>
          <p:spPr>
            <a:xfrm>
              <a:off x="6656810" y="3979669"/>
              <a:ext cx="3678148" cy="23911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434DEB82-97D8-057F-8FD8-5445DB0490EF}"/>
                </a:ext>
              </a:extLst>
            </p:cNvPr>
            <p:cNvSpPr txBox="1"/>
            <p:nvPr/>
          </p:nvSpPr>
          <p:spPr>
            <a:xfrm>
              <a:off x="8166214" y="6370804"/>
              <a:ext cx="9777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dirty="0"/>
                <a:t>時間 </a:t>
              </a:r>
              <a:r>
                <a:rPr kumimoji="1" lang="en-US" altLang="ja-JP" dirty="0"/>
                <a:t>s</a:t>
              </a:r>
              <a:endParaRPr kumimoji="1" lang="ja-JP" altLang="en-US" dirty="0"/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7613B1C3-2E0B-F868-ED3C-6FA3D517BDB2}"/>
                </a:ext>
              </a:extLst>
            </p:cNvPr>
            <p:cNvSpPr txBox="1"/>
            <p:nvPr/>
          </p:nvSpPr>
          <p:spPr>
            <a:xfrm rot="16200000" flipH="1">
              <a:off x="5875289" y="4985433"/>
              <a:ext cx="671608" cy="379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dirty="0"/>
                <a:t>電位</a:t>
              </a:r>
            </a:p>
          </p:txBody>
        </p:sp>
        <p:cxnSp>
          <p:nvCxnSpPr>
            <p:cNvPr id="6" name="直線コネクタ 5">
              <a:extLst>
                <a:ext uri="{FF2B5EF4-FFF2-40B4-BE49-F238E27FC236}">
                  <a16:creationId xmlns:a16="http://schemas.microsoft.com/office/drawing/2014/main" id="{D412F396-3C6A-94E3-17E5-DA444AFFD685}"/>
                </a:ext>
              </a:extLst>
            </p:cNvPr>
            <p:cNvCxnSpPr/>
            <p:nvPr/>
          </p:nvCxnSpPr>
          <p:spPr>
            <a:xfrm flipH="1">
              <a:off x="6968625" y="4471299"/>
              <a:ext cx="1539454" cy="140787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A33A6E54-CCEC-5D97-3DCD-6594CFAE94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83689" y="4471299"/>
              <a:ext cx="1539454" cy="140787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EF58F984-1E9B-877C-8BF8-68A2565C5C59}"/>
                </a:ext>
              </a:extLst>
            </p:cNvPr>
            <p:cNvCxnSpPr>
              <a:cxnSpLocks/>
            </p:cNvCxnSpPr>
            <p:nvPr/>
          </p:nvCxnSpPr>
          <p:spPr>
            <a:xfrm>
              <a:off x="6656810" y="4471299"/>
              <a:ext cx="1826879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96212842-4178-F7C2-CA75-1B84E2BE3B26}"/>
                </a:ext>
              </a:extLst>
            </p:cNvPr>
            <p:cNvCxnSpPr>
              <a:cxnSpLocks/>
            </p:cNvCxnSpPr>
            <p:nvPr/>
          </p:nvCxnSpPr>
          <p:spPr>
            <a:xfrm>
              <a:off x="6656810" y="5879175"/>
              <a:ext cx="3494057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B7358FCA-3F70-8819-4E35-BA3344EDFB49}"/>
                </a:ext>
              </a:extLst>
            </p:cNvPr>
            <p:cNvSpPr txBox="1"/>
            <p:nvPr/>
          </p:nvSpPr>
          <p:spPr>
            <a:xfrm>
              <a:off x="6105267" y="4286633"/>
              <a:ext cx="5912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1 V</a:t>
              </a:r>
              <a:endParaRPr kumimoji="1" lang="ja-JP" altLang="en-US" dirty="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4F332661-0F37-E95D-78F4-E05C96A1A3D0}"/>
                </a:ext>
              </a:extLst>
            </p:cNvPr>
            <p:cNvSpPr txBox="1"/>
            <p:nvPr/>
          </p:nvSpPr>
          <p:spPr>
            <a:xfrm>
              <a:off x="6105267" y="5694506"/>
              <a:ext cx="5912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dirty="0"/>
                <a:t>0</a:t>
              </a:r>
              <a:r>
                <a:rPr kumimoji="1" lang="en-US" altLang="ja-JP" dirty="0"/>
                <a:t> V</a:t>
              </a:r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68031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8BC6E14D-735C-09AD-4EBD-F2D6881FD650}"/>
              </a:ext>
            </a:extLst>
          </p:cNvPr>
          <p:cNvGrpSpPr>
            <a:grpSpLocks noChangeAspect="1"/>
          </p:cNvGrpSpPr>
          <p:nvPr/>
        </p:nvGrpSpPr>
        <p:grpSpPr>
          <a:xfrm>
            <a:off x="7756989" y="1761479"/>
            <a:ext cx="3937768" cy="2839352"/>
            <a:chOff x="4841816" y="4018496"/>
            <a:chExt cx="2964615" cy="2137654"/>
          </a:xfrm>
        </p:grpSpPr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DE1D6AD9-836F-D810-D07E-89837ECEAE89}"/>
                </a:ext>
              </a:extLst>
            </p:cNvPr>
            <p:cNvSpPr/>
            <p:nvPr/>
          </p:nvSpPr>
          <p:spPr>
            <a:xfrm>
              <a:off x="5159954" y="4018496"/>
              <a:ext cx="2646477" cy="180931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 sz="1600"/>
            </a:p>
          </p:txBody>
        </p:sp>
        <p:sp>
          <p:nvSpPr>
            <p:cNvPr id="35" name="フリーフォーム: 図形 34">
              <a:extLst>
                <a:ext uri="{FF2B5EF4-FFF2-40B4-BE49-F238E27FC236}">
                  <a16:creationId xmlns:a16="http://schemas.microsoft.com/office/drawing/2014/main" id="{F9B9F339-0D00-4952-DB5F-3CA70F1AF3D4}"/>
                </a:ext>
              </a:extLst>
            </p:cNvPr>
            <p:cNvSpPr/>
            <p:nvPr/>
          </p:nvSpPr>
          <p:spPr>
            <a:xfrm>
              <a:off x="5570430" y="4272998"/>
              <a:ext cx="1810757" cy="1300311"/>
            </a:xfrm>
            <a:custGeom>
              <a:avLst/>
              <a:gdLst>
                <a:gd name="connsiteX0" fmla="*/ 89643 w 1909497"/>
                <a:gd name="connsiteY0" fmla="*/ 903592 h 1395980"/>
                <a:gd name="connsiteX1" fmla="*/ 704062 w 1909497"/>
                <a:gd name="connsiteY1" fmla="*/ 679509 h 1395980"/>
                <a:gd name="connsiteX2" fmla="*/ 1018500 w 1909497"/>
                <a:gd name="connsiteY2" fmla="*/ 3648 h 1395980"/>
                <a:gd name="connsiteX3" fmla="*/ 1304024 w 1909497"/>
                <a:gd name="connsiteY3" fmla="*/ 415671 h 1395980"/>
                <a:gd name="connsiteX4" fmla="*/ 1752189 w 1909497"/>
                <a:gd name="connsiteY4" fmla="*/ 542169 h 1395980"/>
                <a:gd name="connsiteX5" fmla="*/ 1878687 w 1909497"/>
                <a:gd name="connsiteY5" fmla="*/ 556626 h 1395980"/>
                <a:gd name="connsiteX6" fmla="*/ 1224511 w 1909497"/>
                <a:gd name="connsiteY6" fmla="*/ 744565 h 1395980"/>
                <a:gd name="connsiteX7" fmla="*/ 790804 w 1909497"/>
                <a:gd name="connsiteY7" fmla="*/ 1391512 h 1395980"/>
                <a:gd name="connsiteX8" fmla="*/ 476366 w 1909497"/>
                <a:gd name="connsiteY8" fmla="*/ 1026475 h 1395980"/>
                <a:gd name="connsiteX9" fmla="*/ 219755 w 1909497"/>
                <a:gd name="connsiteY9" fmla="*/ 943348 h 1395980"/>
                <a:gd name="connsiteX10" fmla="*/ 13744 w 1909497"/>
                <a:gd name="connsiteY10" fmla="*/ 932505 h 1395980"/>
                <a:gd name="connsiteX11" fmla="*/ 89643 w 1909497"/>
                <a:gd name="connsiteY11" fmla="*/ 903592 h 1395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09497" h="1395980">
                  <a:moveTo>
                    <a:pt x="89643" y="903592"/>
                  </a:moveTo>
                  <a:cubicBezTo>
                    <a:pt x="204696" y="861426"/>
                    <a:pt x="549253" y="829500"/>
                    <a:pt x="704062" y="679509"/>
                  </a:cubicBezTo>
                  <a:cubicBezTo>
                    <a:pt x="858871" y="529518"/>
                    <a:pt x="918506" y="47621"/>
                    <a:pt x="1018500" y="3648"/>
                  </a:cubicBezTo>
                  <a:cubicBezTo>
                    <a:pt x="1118494" y="-40325"/>
                    <a:pt x="1181743" y="325918"/>
                    <a:pt x="1304024" y="415671"/>
                  </a:cubicBezTo>
                  <a:cubicBezTo>
                    <a:pt x="1426305" y="505424"/>
                    <a:pt x="1656412" y="518677"/>
                    <a:pt x="1752189" y="542169"/>
                  </a:cubicBezTo>
                  <a:cubicBezTo>
                    <a:pt x="1847966" y="565661"/>
                    <a:pt x="1966633" y="522893"/>
                    <a:pt x="1878687" y="556626"/>
                  </a:cubicBezTo>
                  <a:cubicBezTo>
                    <a:pt x="1790741" y="590359"/>
                    <a:pt x="1405825" y="605417"/>
                    <a:pt x="1224511" y="744565"/>
                  </a:cubicBezTo>
                  <a:cubicBezTo>
                    <a:pt x="1043197" y="883713"/>
                    <a:pt x="915495" y="1344527"/>
                    <a:pt x="790804" y="1391512"/>
                  </a:cubicBezTo>
                  <a:cubicBezTo>
                    <a:pt x="666113" y="1438497"/>
                    <a:pt x="571541" y="1101169"/>
                    <a:pt x="476366" y="1026475"/>
                  </a:cubicBezTo>
                  <a:cubicBezTo>
                    <a:pt x="381191" y="951781"/>
                    <a:pt x="296859" y="959010"/>
                    <a:pt x="219755" y="943348"/>
                  </a:cubicBezTo>
                  <a:cubicBezTo>
                    <a:pt x="142651" y="927686"/>
                    <a:pt x="30610" y="937926"/>
                    <a:pt x="13744" y="932505"/>
                  </a:cubicBezTo>
                  <a:cubicBezTo>
                    <a:pt x="-3122" y="927084"/>
                    <a:pt x="-25410" y="945758"/>
                    <a:pt x="89643" y="903592"/>
                  </a:cubicBez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 sz="1600" dirty="0"/>
            </a:p>
          </p:txBody>
        </p:sp>
        <p:sp>
          <p:nvSpPr>
            <p:cNvPr id="36" name="テキスト ボックス 18">
              <a:extLst>
                <a:ext uri="{FF2B5EF4-FFF2-40B4-BE49-F238E27FC236}">
                  <a16:creationId xmlns:a16="http://schemas.microsoft.com/office/drawing/2014/main" id="{3DA5983C-DC28-942B-7D1B-A1A16F77D540}"/>
                </a:ext>
              </a:extLst>
            </p:cNvPr>
            <p:cNvSpPr txBox="1"/>
            <p:nvPr/>
          </p:nvSpPr>
          <p:spPr>
            <a:xfrm>
              <a:off x="6268670" y="5839784"/>
              <a:ext cx="565579" cy="3163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ja-JP" altLang="en-US" sz="1200" dirty="0">
                  <a:latin typeface="BIZ UDゴシック" panose="020B0400000000000000" pitchFamily="49" charset="-128"/>
                  <a:ea typeface="BIZ UDゴシック" panose="020B0400000000000000" pitchFamily="49" charset="-128"/>
                </a:rPr>
                <a:t>電位</a:t>
              </a:r>
            </a:p>
          </p:txBody>
        </p:sp>
        <p:sp>
          <p:nvSpPr>
            <p:cNvPr id="37" name="テキスト ボックス 19">
              <a:extLst>
                <a:ext uri="{FF2B5EF4-FFF2-40B4-BE49-F238E27FC236}">
                  <a16:creationId xmlns:a16="http://schemas.microsoft.com/office/drawing/2014/main" id="{F376582B-C467-4AF9-BF9E-FE16E814F0F2}"/>
                </a:ext>
              </a:extLst>
            </p:cNvPr>
            <p:cNvSpPr txBox="1"/>
            <p:nvPr/>
          </p:nvSpPr>
          <p:spPr>
            <a:xfrm rot="16200000">
              <a:off x="4719671" y="4764084"/>
              <a:ext cx="562428" cy="3181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ja-JP" altLang="en-US" sz="1200" dirty="0">
                  <a:latin typeface="BIZ UDゴシック" panose="020B0400000000000000" pitchFamily="49" charset="-128"/>
                  <a:ea typeface="BIZ UDゴシック" panose="020B0400000000000000" pitchFamily="49" charset="-128"/>
                </a:rPr>
                <a:t>電流</a:t>
              </a:r>
            </a:p>
          </p:txBody>
        </p:sp>
        <p:cxnSp>
          <p:nvCxnSpPr>
            <p:cNvPr id="38" name="直線矢印コネクタ 37">
              <a:extLst>
                <a:ext uri="{FF2B5EF4-FFF2-40B4-BE49-F238E27FC236}">
                  <a16:creationId xmlns:a16="http://schemas.microsoft.com/office/drawing/2014/main" id="{56890CCF-6EBB-55FE-C8EC-7FADEF3324D6}"/>
                </a:ext>
              </a:extLst>
            </p:cNvPr>
            <p:cNvCxnSpPr/>
            <p:nvPr/>
          </p:nvCxnSpPr>
          <p:spPr>
            <a:xfrm flipV="1">
              <a:off x="6135833" y="4134726"/>
              <a:ext cx="330810" cy="74017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矢印コネクタ 38">
              <a:extLst>
                <a:ext uri="{FF2B5EF4-FFF2-40B4-BE49-F238E27FC236}">
                  <a16:creationId xmlns:a16="http://schemas.microsoft.com/office/drawing/2014/main" id="{097F24F1-9DE0-2FC1-432B-AE6A8F8E67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00490" y="5092808"/>
              <a:ext cx="365491" cy="62322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テキスト ボックス 22">
              <a:extLst>
                <a:ext uri="{FF2B5EF4-FFF2-40B4-BE49-F238E27FC236}">
                  <a16:creationId xmlns:a16="http://schemas.microsoft.com/office/drawing/2014/main" id="{E4E3FB94-034A-D877-238D-08FF2E58261E}"/>
                </a:ext>
              </a:extLst>
            </p:cNvPr>
            <p:cNvSpPr txBox="1"/>
            <p:nvPr/>
          </p:nvSpPr>
          <p:spPr>
            <a:xfrm>
              <a:off x="5545826" y="4237845"/>
              <a:ext cx="742322" cy="2636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900" dirty="0">
                  <a:latin typeface="BIZ UDゴシック" panose="020B0400000000000000" pitchFamily="49" charset="-128"/>
                  <a:ea typeface="BIZ UDゴシック" panose="020B0400000000000000" pitchFamily="49" charset="-128"/>
                </a:rPr>
                <a:t>酸化電流</a:t>
              </a:r>
              <a:endParaRPr kumimoji="1" lang="ja-JP" altLang="en-US" sz="900" dirty="0">
                <a:latin typeface="BIZ UDゴシック" panose="020B0400000000000000" pitchFamily="49" charset="-128"/>
                <a:ea typeface="BIZ UDゴシック" panose="020B0400000000000000" pitchFamily="49" charset="-128"/>
              </a:endParaRPr>
            </a:p>
          </p:txBody>
        </p:sp>
        <p:sp>
          <p:nvSpPr>
            <p:cNvPr id="41" name="テキスト ボックス 23">
              <a:extLst>
                <a:ext uri="{FF2B5EF4-FFF2-40B4-BE49-F238E27FC236}">
                  <a16:creationId xmlns:a16="http://schemas.microsoft.com/office/drawing/2014/main" id="{AB7824DD-F226-98B2-E945-6C0C05219B10}"/>
                </a:ext>
              </a:extLst>
            </p:cNvPr>
            <p:cNvSpPr txBox="1"/>
            <p:nvPr/>
          </p:nvSpPr>
          <p:spPr>
            <a:xfrm>
              <a:off x="6580060" y="5290805"/>
              <a:ext cx="742322" cy="2636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900" dirty="0">
                  <a:latin typeface="BIZ UDゴシック" panose="020B0400000000000000" pitchFamily="49" charset="-128"/>
                  <a:ea typeface="BIZ UDゴシック" panose="020B0400000000000000" pitchFamily="49" charset="-128"/>
                </a:rPr>
                <a:t>還元電流</a:t>
              </a:r>
              <a:endParaRPr kumimoji="1" lang="ja-JP" altLang="en-US" sz="900" dirty="0">
                <a:latin typeface="BIZ UDゴシック" panose="020B0400000000000000" pitchFamily="49" charset="-128"/>
                <a:ea typeface="BIZ UDゴシック" panose="020B0400000000000000" pitchFamily="49" charset="-128"/>
              </a:endParaRPr>
            </a:p>
          </p:txBody>
        </p:sp>
        <p:sp>
          <p:nvSpPr>
            <p:cNvPr id="42" name="テキスト ボックス 24">
              <a:extLst>
                <a:ext uri="{FF2B5EF4-FFF2-40B4-BE49-F238E27FC236}">
                  <a16:creationId xmlns:a16="http://schemas.microsoft.com/office/drawing/2014/main" id="{317199B9-25FC-2A8E-E3A1-F9404271EF62}"/>
                </a:ext>
              </a:extLst>
            </p:cNvPr>
            <p:cNvSpPr txBox="1"/>
            <p:nvPr/>
          </p:nvSpPr>
          <p:spPr>
            <a:xfrm>
              <a:off x="5545826" y="4417637"/>
              <a:ext cx="662805" cy="2881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900" dirty="0">
                  <a:latin typeface="BIZ UDゴシック" panose="020B0400000000000000" pitchFamily="49" charset="-128"/>
                  <a:ea typeface="BIZ UDゴシック" panose="020B0400000000000000" pitchFamily="49" charset="-128"/>
                </a:rPr>
                <a:t>→</a:t>
              </a:r>
              <a:r>
                <a:rPr lang="ja-JP" altLang="en-US" sz="900" b="1" dirty="0">
                  <a:solidFill>
                    <a:srgbClr val="FF0000"/>
                  </a:solidFill>
                  <a:latin typeface="BIZ UDゴシック" panose="020B0400000000000000" pitchFamily="49" charset="-128"/>
                  <a:ea typeface="BIZ UDゴシック" panose="020B0400000000000000" pitchFamily="49" charset="-128"/>
                </a:rPr>
                <a:t>着色</a:t>
              </a:r>
              <a:endParaRPr kumimoji="1" lang="ja-JP" altLang="en-US" sz="900" b="1" dirty="0">
                <a:solidFill>
                  <a:srgbClr val="FF0000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endParaRPr>
            </a:p>
          </p:txBody>
        </p:sp>
        <p:sp>
          <p:nvSpPr>
            <p:cNvPr id="43" name="テキスト ボックス 25">
              <a:extLst>
                <a:ext uri="{FF2B5EF4-FFF2-40B4-BE49-F238E27FC236}">
                  <a16:creationId xmlns:a16="http://schemas.microsoft.com/office/drawing/2014/main" id="{8DBD4F1D-494B-B188-FC90-D1EE6C4E3584}"/>
                </a:ext>
              </a:extLst>
            </p:cNvPr>
            <p:cNvSpPr txBox="1"/>
            <p:nvPr/>
          </p:nvSpPr>
          <p:spPr>
            <a:xfrm>
              <a:off x="6580060" y="5460044"/>
              <a:ext cx="609765" cy="2636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900" dirty="0">
                  <a:latin typeface="BIZ UDゴシック" panose="020B0400000000000000" pitchFamily="49" charset="-128"/>
                  <a:ea typeface="BIZ UDゴシック" panose="020B0400000000000000" pitchFamily="49" charset="-128"/>
                </a:rPr>
                <a:t>→</a:t>
              </a:r>
              <a:r>
                <a:rPr lang="ja-JP" altLang="en-US" sz="900" b="1" dirty="0">
                  <a:solidFill>
                    <a:schemeClr val="accent1"/>
                  </a:solidFill>
                  <a:latin typeface="BIZ UDゴシック" panose="020B0400000000000000" pitchFamily="49" charset="-128"/>
                  <a:ea typeface="BIZ UDゴシック" panose="020B0400000000000000" pitchFamily="49" charset="-128"/>
                </a:rPr>
                <a:t>消色</a:t>
              </a:r>
              <a:endParaRPr kumimoji="1" lang="ja-JP" altLang="en-US" sz="900" b="1" dirty="0">
                <a:solidFill>
                  <a:schemeClr val="accent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endParaRPr>
            </a:p>
          </p:txBody>
        </p:sp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F256B247-CB5A-75A8-57ED-B615E30BCAE7}"/>
              </a:ext>
            </a:extLst>
          </p:cNvPr>
          <p:cNvGrpSpPr/>
          <p:nvPr/>
        </p:nvGrpSpPr>
        <p:grpSpPr>
          <a:xfrm>
            <a:off x="1011531" y="1417834"/>
            <a:ext cx="4901558" cy="3839584"/>
            <a:chOff x="1011531" y="1417834"/>
            <a:chExt cx="4901558" cy="3839584"/>
          </a:xfrm>
        </p:grpSpPr>
        <p:sp>
          <p:nvSpPr>
            <p:cNvPr id="3" name="フリーフォーム: 図形 2">
              <a:extLst>
                <a:ext uri="{FF2B5EF4-FFF2-40B4-BE49-F238E27FC236}">
                  <a16:creationId xmlns:a16="http://schemas.microsoft.com/office/drawing/2014/main" id="{8D8B9436-0D1A-C98B-3B5C-8BE8841CF031}"/>
                </a:ext>
              </a:extLst>
            </p:cNvPr>
            <p:cNvSpPr/>
            <p:nvPr/>
          </p:nvSpPr>
          <p:spPr>
            <a:xfrm>
              <a:off x="1705622" y="1926178"/>
              <a:ext cx="3927281" cy="2384058"/>
            </a:xfrm>
            <a:custGeom>
              <a:avLst/>
              <a:gdLst>
                <a:gd name="csX0" fmla="*/ 11661 w 3650231"/>
                <a:gd name="csY0" fmla="*/ 1315229 h 2384058"/>
                <a:gd name="csX1" fmla="*/ 1532236 w 3650231"/>
                <a:gd name="csY1" fmla="*/ 1037826 h 2384058"/>
                <a:gd name="csX2" fmla="*/ 2292524 w 3650231"/>
                <a:gd name="csY2" fmla="*/ 136 h 2384058"/>
                <a:gd name="csX3" fmla="*/ 2724039 w 3650231"/>
                <a:gd name="csY3" fmla="*/ 965907 h 2384058"/>
                <a:gd name="csX4" fmla="*/ 3648713 w 3650231"/>
                <a:gd name="csY4" fmla="*/ 1181664 h 2384058"/>
                <a:gd name="csX5" fmla="*/ 2487733 w 3650231"/>
                <a:gd name="csY5" fmla="*/ 1438518 h 2384058"/>
                <a:gd name="csX6" fmla="*/ 1727445 w 3650231"/>
                <a:gd name="csY6" fmla="*/ 2383741 h 2384058"/>
                <a:gd name="csX7" fmla="*/ 874690 w 3650231"/>
                <a:gd name="csY7" fmla="*/ 1541260 h 2384058"/>
                <a:gd name="csX8" fmla="*/ 11661 w 3650231"/>
                <a:gd name="csY8" fmla="*/ 1315229 h 2384058"/>
                <a:gd name="csX0" fmla="*/ 11661 w 3927281"/>
                <a:gd name="csY0" fmla="*/ 1315232 h 2384061"/>
                <a:gd name="csX1" fmla="*/ 1532236 w 3927281"/>
                <a:gd name="csY1" fmla="*/ 1037829 h 2384061"/>
                <a:gd name="csX2" fmla="*/ 2292524 w 3927281"/>
                <a:gd name="csY2" fmla="*/ 139 h 2384061"/>
                <a:gd name="csX3" fmla="*/ 2724039 w 3927281"/>
                <a:gd name="csY3" fmla="*/ 965910 h 2384061"/>
                <a:gd name="csX4" fmla="*/ 3926115 w 3927281"/>
                <a:gd name="csY4" fmla="*/ 1284408 h 2384061"/>
                <a:gd name="csX5" fmla="*/ 2487733 w 3927281"/>
                <a:gd name="csY5" fmla="*/ 1438521 h 2384061"/>
                <a:gd name="csX6" fmla="*/ 1727445 w 3927281"/>
                <a:gd name="csY6" fmla="*/ 2383744 h 2384061"/>
                <a:gd name="csX7" fmla="*/ 874690 w 3927281"/>
                <a:gd name="csY7" fmla="*/ 1541263 h 2384061"/>
                <a:gd name="csX8" fmla="*/ 11661 w 3927281"/>
                <a:gd name="csY8" fmla="*/ 1315232 h 2384061"/>
                <a:gd name="csX0" fmla="*/ 11661 w 3927281"/>
                <a:gd name="csY0" fmla="*/ 1315229 h 2384058"/>
                <a:gd name="csX1" fmla="*/ 1532236 w 3927281"/>
                <a:gd name="csY1" fmla="*/ 1037826 h 2384058"/>
                <a:gd name="csX2" fmla="*/ 2292524 w 3927281"/>
                <a:gd name="csY2" fmla="*/ 136 h 2384058"/>
                <a:gd name="csX3" fmla="*/ 2724039 w 3927281"/>
                <a:gd name="csY3" fmla="*/ 965907 h 2384058"/>
                <a:gd name="csX4" fmla="*/ 3926115 w 3927281"/>
                <a:gd name="csY4" fmla="*/ 1161115 h 2384058"/>
                <a:gd name="csX5" fmla="*/ 2487733 w 3927281"/>
                <a:gd name="csY5" fmla="*/ 1438518 h 2384058"/>
                <a:gd name="csX6" fmla="*/ 1727445 w 3927281"/>
                <a:gd name="csY6" fmla="*/ 2383741 h 2384058"/>
                <a:gd name="csX7" fmla="*/ 874690 w 3927281"/>
                <a:gd name="csY7" fmla="*/ 1541260 h 2384058"/>
                <a:gd name="csX8" fmla="*/ 11661 w 3927281"/>
                <a:gd name="csY8" fmla="*/ 1315229 h 23840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927281" h="2384058">
                  <a:moveTo>
                    <a:pt x="11661" y="1315229"/>
                  </a:moveTo>
                  <a:cubicBezTo>
                    <a:pt x="121252" y="1231323"/>
                    <a:pt x="1152092" y="1257008"/>
                    <a:pt x="1532236" y="1037826"/>
                  </a:cubicBezTo>
                  <a:cubicBezTo>
                    <a:pt x="1912380" y="818644"/>
                    <a:pt x="2093890" y="12122"/>
                    <a:pt x="2292524" y="136"/>
                  </a:cubicBezTo>
                  <a:cubicBezTo>
                    <a:pt x="2491158" y="-11851"/>
                    <a:pt x="2451774" y="772411"/>
                    <a:pt x="2724039" y="965907"/>
                  </a:cubicBezTo>
                  <a:cubicBezTo>
                    <a:pt x="2996304" y="1159403"/>
                    <a:pt x="3965499" y="1082346"/>
                    <a:pt x="3926115" y="1161115"/>
                  </a:cubicBezTo>
                  <a:cubicBezTo>
                    <a:pt x="3886731" y="1239883"/>
                    <a:pt x="2854178" y="1234747"/>
                    <a:pt x="2487733" y="1438518"/>
                  </a:cubicBezTo>
                  <a:cubicBezTo>
                    <a:pt x="2121288" y="1642289"/>
                    <a:pt x="1996285" y="2366617"/>
                    <a:pt x="1727445" y="2383741"/>
                  </a:cubicBezTo>
                  <a:cubicBezTo>
                    <a:pt x="1458605" y="2400865"/>
                    <a:pt x="1155517" y="1721058"/>
                    <a:pt x="874690" y="1541260"/>
                  </a:cubicBezTo>
                  <a:cubicBezTo>
                    <a:pt x="593863" y="1361462"/>
                    <a:pt x="-97930" y="1399135"/>
                    <a:pt x="11661" y="1315229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31A3955E-BDB8-8F3A-48EC-D07F951AF72D}"/>
                </a:ext>
              </a:extLst>
            </p:cNvPr>
            <p:cNvSpPr/>
            <p:nvPr/>
          </p:nvSpPr>
          <p:spPr>
            <a:xfrm>
              <a:off x="1425436" y="1417834"/>
              <a:ext cx="4487653" cy="340074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EE34BFBE-8FA2-E5C8-58E7-AC81EA7DD535}"/>
                </a:ext>
              </a:extLst>
            </p:cNvPr>
            <p:cNvSpPr txBox="1"/>
            <p:nvPr/>
          </p:nvSpPr>
          <p:spPr>
            <a:xfrm>
              <a:off x="3325078" y="4888086"/>
              <a:ext cx="688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電位</a:t>
              </a: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A7C17DFA-14D3-81FB-47C3-F980A818F2BA}"/>
                </a:ext>
              </a:extLst>
            </p:cNvPr>
            <p:cNvSpPr txBox="1"/>
            <p:nvPr/>
          </p:nvSpPr>
          <p:spPr>
            <a:xfrm rot="16200000">
              <a:off x="615958" y="2933541"/>
              <a:ext cx="11604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dirty="0"/>
                <a:t>電流</a:t>
              </a:r>
            </a:p>
          </p:txBody>
        </p: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9A9AAE98-5646-4032-D992-5F659ED28C0C}"/>
                </a:ext>
              </a:extLst>
            </p:cNvPr>
            <p:cNvCxnSpPr/>
            <p:nvPr/>
          </p:nvCxnSpPr>
          <p:spPr>
            <a:xfrm flipV="1">
              <a:off x="2513911" y="1995147"/>
              <a:ext cx="973380" cy="97845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矢印コネクタ 9">
              <a:extLst>
                <a:ext uri="{FF2B5EF4-FFF2-40B4-BE49-F238E27FC236}">
                  <a16:creationId xmlns:a16="http://schemas.microsoft.com/office/drawing/2014/main" id="{4E1D3FF1-7901-849E-450B-A7DDADD9084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796468" y="3412265"/>
              <a:ext cx="973380" cy="978458"/>
            </a:xfrm>
            <a:prstGeom prst="straightConnector1">
              <a:avLst/>
            </a:prstGeom>
            <a:ln>
              <a:solidFill>
                <a:srgbClr val="0066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5018FCF6-970C-C244-5999-81B9AB6A2C4F}"/>
                </a:ext>
              </a:extLst>
            </p:cNvPr>
            <p:cNvSpPr txBox="1"/>
            <p:nvPr/>
          </p:nvSpPr>
          <p:spPr>
            <a:xfrm>
              <a:off x="2019833" y="1995147"/>
              <a:ext cx="11665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400" dirty="0"/>
                <a:t>酸化電流</a:t>
              </a: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0D31454D-656B-1DD6-DD0C-5698A5BFAAAC}"/>
                </a:ext>
              </a:extLst>
            </p:cNvPr>
            <p:cNvSpPr txBox="1"/>
            <p:nvPr/>
          </p:nvSpPr>
          <p:spPr>
            <a:xfrm>
              <a:off x="4326650" y="3708471"/>
              <a:ext cx="11665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 dirty="0"/>
                <a:t>還元</a:t>
              </a:r>
              <a:r>
                <a:rPr kumimoji="1" lang="ja-JP" altLang="en-US" sz="1400" dirty="0"/>
                <a:t>電流</a:t>
              </a: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557B8184-642E-A566-2558-9397E84365AA}"/>
                </a:ext>
              </a:extLst>
            </p:cNvPr>
            <p:cNvSpPr txBox="1"/>
            <p:nvPr/>
          </p:nvSpPr>
          <p:spPr>
            <a:xfrm>
              <a:off x="2258959" y="2227920"/>
              <a:ext cx="688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u="sng" dirty="0">
                  <a:solidFill>
                    <a:srgbClr val="FF0000"/>
                  </a:solidFill>
                </a:rPr>
                <a:t>着色</a:t>
              </a: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05F758A0-9A9E-3E13-CFCC-992C75F825A8}"/>
                </a:ext>
              </a:extLst>
            </p:cNvPr>
            <p:cNvSpPr txBox="1"/>
            <p:nvPr/>
          </p:nvSpPr>
          <p:spPr>
            <a:xfrm>
              <a:off x="4138728" y="3961453"/>
              <a:ext cx="688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u="sng" dirty="0">
                  <a:solidFill>
                    <a:srgbClr val="0066FF"/>
                  </a:solidFill>
                </a:rPr>
                <a:t>消色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8123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42B766A9-0BB8-DB47-458D-696DCA36E1EC}"/>
              </a:ext>
            </a:extLst>
          </p:cNvPr>
          <p:cNvGrpSpPr/>
          <p:nvPr/>
        </p:nvGrpSpPr>
        <p:grpSpPr>
          <a:xfrm>
            <a:off x="4175835" y="1587061"/>
            <a:ext cx="2871350" cy="2313747"/>
            <a:chOff x="1779476" y="1566040"/>
            <a:chExt cx="2871350" cy="2313747"/>
          </a:xfrm>
        </p:grpSpPr>
        <p:cxnSp>
          <p:nvCxnSpPr>
            <p:cNvPr id="3" name="コネクタ: カギ線 2">
              <a:extLst>
                <a:ext uri="{FF2B5EF4-FFF2-40B4-BE49-F238E27FC236}">
                  <a16:creationId xmlns:a16="http://schemas.microsoft.com/office/drawing/2014/main" id="{AF7CFA45-6FEC-C72B-1029-A53846FBFA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0795" y="1936383"/>
              <a:ext cx="1859622" cy="1130158"/>
            </a:xfrm>
            <a:prstGeom prst="bentConnector3">
              <a:avLst>
                <a:gd name="adj1" fmla="val 33044"/>
              </a:avLst>
            </a:prstGeom>
            <a:ln w="38100">
              <a:solidFill>
                <a:srgbClr val="0066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61275B54-0980-D9B1-CE69-F8F4957F062A}"/>
                </a:ext>
              </a:extLst>
            </p:cNvPr>
            <p:cNvSpPr/>
            <p:nvPr/>
          </p:nvSpPr>
          <p:spPr>
            <a:xfrm>
              <a:off x="2170384" y="1566040"/>
              <a:ext cx="2480442" cy="18629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2D67756C-27E6-0FAA-D7BA-089EB3A6D128}"/>
                </a:ext>
              </a:extLst>
            </p:cNvPr>
            <p:cNvSpPr txBox="1"/>
            <p:nvPr/>
          </p:nvSpPr>
          <p:spPr>
            <a:xfrm>
              <a:off x="3058509" y="3510455"/>
              <a:ext cx="7041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dirty="0"/>
                <a:t>時間</a:t>
              </a:r>
              <a:endParaRPr kumimoji="1" lang="ja-JP" altLang="en-US" dirty="0"/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C907BFA2-5994-0A71-9FB7-84D9C6F6B9EB}"/>
                </a:ext>
              </a:extLst>
            </p:cNvPr>
            <p:cNvSpPr txBox="1"/>
            <p:nvPr/>
          </p:nvSpPr>
          <p:spPr>
            <a:xfrm rot="16200000">
              <a:off x="1612045" y="2312854"/>
              <a:ext cx="7041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dirty="0"/>
                <a:t>電位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2877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C4010435-0E3D-8B98-570B-B62A5427E66F}"/>
              </a:ext>
            </a:extLst>
          </p:cNvPr>
          <p:cNvGrpSpPr/>
          <p:nvPr/>
        </p:nvGrpSpPr>
        <p:grpSpPr>
          <a:xfrm>
            <a:off x="1939979" y="1924172"/>
            <a:ext cx="3470651" cy="1646100"/>
            <a:chOff x="1939979" y="1924172"/>
            <a:chExt cx="3470651" cy="1646100"/>
          </a:xfrm>
        </p:grpSpPr>
        <p:sp>
          <p:nvSpPr>
            <p:cNvPr id="6" name="矢印: 環状 5">
              <a:extLst>
                <a:ext uri="{FF2B5EF4-FFF2-40B4-BE49-F238E27FC236}">
                  <a16:creationId xmlns:a16="http://schemas.microsoft.com/office/drawing/2014/main" id="{EEE8A028-E445-1CE9-4B48-9B56E6E58442}"/>
                </a:ext>
              </a:extLst>
            </p:cNvPr>
            <p:cNvSpPr/>
            <p:nvPr/>
          </p:nvSpPr>
          <p:spPr>
            <a:xfrm rot="5978117" flipH="1">
              <a:off x="3915327" y="2074968"/>
              <a:ext cx="1582220" cy="1408386"/>
            </a:xfrm>
            <a:prstGeom prst="circularArrow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矢印: 環状 6">
              <a:extLst>
                <a:ext uri="{FF2B5EF4-FFF2-40B4-BE49-F238E27FC236}">
                  <a16:creationId xmlns:a16="http://schemas.microsoft.com/office/drawing/2014/main" id="{806F6D1B-7820-74B5-BE7E-D7F5654D4D08}"/>
                </a:ext>
              </a:extLst>
            </p:cNvPr>
            <p:cNvSpPr/>
            <p:nvPr/>
          </p:nvSpPr>
          <p:spPr>
            <a:xfrm rot="5616898" flipV="1">
              <a:off x="1853062" y="2011089"/>
              <a:ext cx="1582220" cy="1408386"/>
            </a:xfrm>
            <a:prstGeom prst="circularArrow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6F5FDB59-434C-AD7B-D2C6-9538042363B2}"/>
                </a:ext>
              </a:extLst>
            </p:cNvPr>
            <p:cNvSpPr/>
            <p:nvPr/>
          </p:nvSpPr>
          <p:spPr>
            <a:xfrm rot="17483391">
              <a:off x="2856217" y="1988052"/>
              <a:ext cx="1582220" cy="1582220"/>
            </a:xfrm>
            <a:prstGeom prst="rect">
              <a:avLst/>
            </a:prstGeom>
            <a:noFill/>
            <a:ln w="25400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2F6DB351-E7A7-08BF-D58D-B35C8ADF6919}"/>
                </a:ext>
              </a:extLst>
            </p:cNvPr>
            <p:cNvSpPr/>
            <p:nvPr/>
          </p:nvSpPr>
          <p:spPr>
            <a:xfrm rot="15850951">
              <a:off x="2856217" y="1972363"/>
              <a:ext cx="1582220" cy="1582220"/>
            </a:xfrm>
            <a:prstGeom prst="rect">
              <a:avLst/>
            </a:prstGeom>
            <a:noFill/>
            <a:ln w="25400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8B0401D7-F82E-0031-8B03-6736D40A6544}"/>
                </a:ext>
              </a:extLst>
            </p:cNvPr>
            <p:cNvSpPr/>
            <p:nvPr/>
          </p:nvSpPr>
          <p:spPr>
            <a:xfrm rot="18873860">
              <a:off x="2856215" y="1988051"/>
              <a:ext cx="1582220" cy="158222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6F20AA45-96CA-07E2-811D-D4D44457267D}"/>
                </a:ext>
              </a:extLst>
            </p:cNvPr>
            <p:cNvSpPr/>
            <p:nvPr/>
          </p:nvSpPr>
          <p:spPr>
            <a:xfrm>
              <a:off x="3112199" y="2244035"/>
              <a:ext cx="1070253" cy="1070253"/>
            </a:xfrm>
            <a:prstGeom prst="ellipse">
              <a:avLst/>
            </a:prstGeom>
            <a:solidFill>
              <a:srgbClr val="CC97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13531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74957C0D-5741-D1C6-AC62-1EB05E49187B}"/>
              </a:ext>
            </a:extLst>
          </p:cNvPr>
          <p:cNvGrpSpPr/>
          <p:nvPr/>
        </p:nvGrpSpPr>
        <p:grpSpPr>
          <a:xfrm>
            <a:off x="2433793" y="1138874"/>
            <a:ext cx="6140844" cy="4580251"/>
            <a:chOff x="3009146" y="1047964"/>
            <a:chExt cx="6140844" cy="4580251"/>
          </a:xfrm>
        </p:grpSpPr>
        <p:grpSp>
          <p:nvGrpSpPr>
            <p:cNvPr id="29" name="グループ化 28">
              <a:extLst>
                <a:ext uri="{FF2B5EF4-FFF2-40B4-BE49-F238E27FC236}">
                  <a16:creationId xmlns:a16="http://schemas.microsoft.com/office/drawing/2014/main" id="{950204B4-146B-0511-8D67-E7E72476D91A}"/>
                </a:ext>
              </a:extLst>
            </p:cNvPr>
            <p:cNvGrpSpPr/>
            <p:nvPr/>
          </p:nvGrpSpPr>
          <p:grpSpPr>
            <a:xfrm>
              <a:off x="3870612" y="1288941"/>
              <a:ext cx="5279378" cy="4098297"/>
              <a:chOff x="2330111" y="1145629"/>
              <a:chExt cx="5279378" cy="4098297"/>
            </a:xfrm>
          </p:grpSpPr>
          <p:cxnSp>
            <p:nvCxnSpPr>
              <p:cNvPr id="17" name="直線矢印コネクタ 16">
                <a:extLst>
                  <a:ext uri="{FF2B5EF4-FFF2-40B4-BE49-F238E27FC236}">
                    <a16:creationId xmlns:a16="http://schemas.microsoft.com/office/drawing/2014/main" id="{D604468B-0519-9FB8-9C2C-E30B63C3527D}"/>
                  </a:ext>
                </a:extLst>
              </p:cNvPr>
              <p:cNvCxnSpPr/>
              <p:nvPr/>
            </p:nvCxnSpPr>
            <p:spPr>
              <a:xfrm>
                <a:off x="6579476" y="2269941"/>
                <a:ext cx="0" cy="1880174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" name="フリーフォーム: 図形 3">
                <a:extLst>
                  <a:ext uri="{FF2B5EF4-FFF2-40B4-BE49-F238E27FC236}">
                    <a16:creationId xmlns:a16="http://schemas.microsoft.com/office/drawing/2014/main" id="{BA60B751-4C6B-E214-9D9D-2C2F26ABB4BD}"/>
                  </a:ext>
                </a:extLst>
              </p:cNvPr>
              <p:cNvSpPr/>
              <p:nvPr/>
            </p:nvSpPr>
            <p:spPr>
              <a:xfrm>
                <a:off x="2696258" y="2269941"/>
                <a:ext cx="3688423" cy="1880174"/>
              </a:xfrm>
              <a:custGeom>
                <a:avLst/>
                <a:gdLst>
                  <a:gd name="csX0" fmla="*/ 226396 w 2579178"/>
                  <a:gd name="csY0" fmla="*/ 0 h 1890445"/>
                  <a:gd name="csX1" fmla="*/ 226396 w 2579178"/>
                  <a:gd name="csY1" fmla="*/ 1366463 h 1890445"/>
                  <a:gd name="csX2" fmla="*/ 2579178 w 2579178"/>
                  <a:gd name="csY2" fmla="*/ 1890445 h 1890445"/>
                  <a:gd name="csX3" fmla="*/ 2579178 w 2579178"/>
                  <a:gd name="csY3" fmla="*/ 1890445 h 1890445"/>
                  <a:gd name="csX0" fmla="*/ 42085 w 3257896"/>
                  <a:gd name="csY0" fmla="*/ 0 h 1880171"/>
                  <a:gd name="csX1" fmla="*/ 905114 w 3257896"/>
                  <a:gd name="csY1" fmla="*/ 1356189 h 1880171"/>
                  <a:gd name="csX2" fmla="*/ 3257896 w 3257896"/>
                  <a:gd name="csY2" fmla="*/ 1880171 h 1880171"/>
                  <a:gd name="csX3" fmla="*/ 3257896 w 3257896"/>
                  <a:gd name="csY3" fmla="*/ 1880171 h 1880171"/>
                  <a:gd name="csX0" fmla="*/ 0 w 3215811"/>
                  <a:gd name="csY0" fmla="*/ 0 h 1880171"/>
                  <a:gd name="csX1" fmla="*/ 863029 w 3215811"/>
                  <a:gd name="csY1" fmla="*/ 1356189 h 1880171"/>
                  <a:gd name="csX2" fmla="*/ 3215811 w 3215811"/>
                  <a:gd name="csY2" fmla="*/ 1880171 h 1880171"/>
                  <a:gd name="csX3" fmla="*/ 3215811 w 3215811"/>
                  <a:gd name="csY3" fmla="*/ 1880171 h 1880171"/>
                  <a:gd name="csX0" fmla="*/ 0 w 3215811"/>
                  <a:gd name="csY0" fmla="*/ 0 h 1880171"/>
                  <a:gd name="csX1" fmla="*/ 863029 w 3215811"/>
                  <a:gd name="csY1" fmla="*/ 1356189 h 1880171"/>
                  <a:gd name="csX2" fmla="*/ 3215811 w 3215811"/>
                  <a:gd name="csY2" fmla="*/ 1880171 h 1880171"/>
                  <a:gd name="csX3" fmla="*/ 3215811 w 3215811"/>
                  <a:gd name="csY3" fmla="*/ 1880171 h 1880171"/>
                  <a:gd name="csX0" fmla="*/ 0 w 3215811"/>
                  <a:gd name="csY0" fmla="*/ 0 h 1943258"/>
                  <a:gd name="csX1" fmla="*/ 770562 w 3215811"/>
                  <a:gd name="csY1" fmla="*/ 1767156 h 1943258"/>
                  <a:gd name="csX2" fmla="*/ 3215811 w 3215811"/>
                  <a:gd name="csY2" fmla="*/ 1880171 h 1943258"/>
                  <a:gd name="csX3" fmla="*/ 3215811 w 3215811"/>
                  <a:gd name="csY3" fmla="*/ 1880171 h 1943258"/>
                  <a:gd name="csX0" fmla="*/ 0 w 3133618"/>
                  <a:gd name="csY0" fmla="*/ 0 h 1943258"/>
                  <a:gd name="csX1" fmla="*/ 688369 w 3133618"/>
                  <a:gd name="csY1" fmla="*/ 1767156 h 1943258"/>
                  <a:gd name="csX2" fmla="*/ 3133618 w 3133618"/>
                  <a:gd name="csY2" fmla="*/ 1880171 h 1943258"/>
                  <a:gd name="csX3" fmla="*/ 3133618 w 3133618"/>
                  <a:gd name="csY3" fmla="*/ 1880171 h 1943258"/>
                  <a:gd name="csX0" fmla="*/ 0 w 3133618"/>
                  <a:gd name="csY0" fmla="*/ 0 h 1943258"/>
                  <a:gd name="csX1" fmla="*/ 688369 w 3133618"/>
                  <a:gd name="csY1" fmla="*/ 1767156 h 1943258"/>
                  <a:gd name="csX2" fmla="*/ 3133618 w 3133618"/>
                  <a:gd name="csY2" fmla="*/ 1880171 h 1943258"/>
                  <a:gd name="csX3" fmla="*/ 3133618 w 3133618"/>
                  <a:gd name="csY3" fmla="*/ 1880171 h 1943258"/>
                  <a:gd name="csX0" fmla="*/ 0 w 3133618"/>
                  <a:gd name="csY0" fmla="*/ 0 h 1910753"/>
                  <a:gd name="csX1" fmla="*/ 698643 w 3133618"/>
                  <a:gd name="csY1" fmla="*/ 1705511 h 1910753"/>
                  <a:gd name="csX2" fmla="*/ 3133618 w 3133618"/>
                  <a:gd name="csY2" fmla="*/ 1880171 h 1910753"/>
                  <a:gd name="csX3" fmla="*/ 3133618 w 3133618"/>
                  <a:gd name="csY3" fmla="*/ 1880171 h 1910753"/>
                  <a:gd name="csX0" fmla="*/ 0 w 3133618"/>
                  <a:gd name="csY0" fmla="*/ 0 h 1880186"/>
                  <a:gd name="csX1" fmla="*/ 698643 w 3133618"/>
                  <a:gd name="csY1" fmla="*/ 1705511 h 1880186"/>
                  <a:gd name="csX2" fmla="*/ 3133618 w 3133618"/>
                  <a:gd name="csY2" fmla="*/ 1880171 h 1880186"/>
                  <a:gd name="csX3" fmla="*/ 3133618 w 3133618"/>
                  <a:gd name="csY3" fmla="*/ 1880171 h 1880186"/>
                  <a:gd name="csX0" fmla="*/ 0 w 3133618"/>
                  <a:gd name="csY0" fmla="*/ 0 h 1880171"/>
                  <a:gd name="csX1" fmla="*/ 698643 w 3133618"/>
                  <a:gd name="csY1" fmla="*/ 1705511 h 1880171"/>
                  <a:gd name="csX2" fmla="*/ 3133618 w 3133618"/>
                  <a:gd name="csY2" fmla="*/ 1880171 h 1880171"/>
                  <a:gd name="csX3" fmla="*/ 3133618 w 3133618"/>
                  <a:gd name="csY3" fmla="*/ 1880171 h 1880171"/>
                  <a:gd name="csX0" fmla="*/ 0 w 3133618"/>
                  <a:gd name="csY0" fmla="*/ 0 h 1883454"/>
                  <a:gd name="csX1" fmla="*/ 636998 w 3133618"/>
                  <a:gd name="csY1" fmla="*/ 1859624 h 1883454"/>
                  <a:gd name="csX2" fmla="*/ 3133618 w 3133618"/>
                  <a:gd name="csY2" fmla="*/ 1880171 h 1883454"/>
                  <a:gd name="csX3" fmla="*/ 3133618 w 3133618"/>
                  <a:gd name="csY3" fmla="*/ 1880171 h 1883454"/>
                  <a:gd name="csX0" fmla="*/ 0 w 3226086"/>
                  <a:gd name="csY0" fmla="*/ 0 h 2004430"/>
                  <a:gd name="csX1" fmla="*/ 729466 w 3226086"/>
                  <a:gd name="csY1" fmla="*/ 1859624 h 2004430"/>
                  <a:gd name="csX2" fmla="*/ 3226086 w 3226086"/>
                  <a:gd name="csY2" fmla="*/ 1880171 h 2004430"/>
                  <a:gd name="csX3" fmla="*/ 3226086 w 3226086"/>
                  <a:gd name="csY3" fmla="*/ 1880171 h 2004430"/>
                  <a:gd name="csX0" fmla="*/ 0 w 3400747"/>
                  <a:gd name="csY0" fmla="*/ 0 h 2015463"/>
                  <a:gd name="csX1" fmla="*/ 904127 w 3400747"/>
                  <a:gd name="csY1" fmla="*/ 1869898 h 2015463"/>
                  <a:gd name="csX2" fmla="*/ 3400747 w 3400747"/>
                  <a:gd name="csY2" fmla="*/ 1890445 h 2015463"/>
                  <a:gd name="csX3" fmla="*/ 3400747 w 3400747"/>
                  <a:gd name="csY3" fmla="*/ 1890445 h 2015463"/>
                  <a:gd name="csX0" fmla="*/ 0 w 3400747"/>
                  <a:gd name="csY0" fmla="*/ 0 h 1973305"/>
                  <a:gd name="csX1" fmla="*/ 893852 w 3400747"/>
                  <a:gd name="csY1" fmla="*/ 1808254 h 1973305"/>
                  <a:gd name="csX2" fmla="*/ 3400747 w 3400747"/>
                  <a:gd name="csY2" fmla="*/ 1890445 h 1973305"/>
                  <a:gd name="csX3" fmla="*/ 3400747 w 3400747"/>
                  <a:gd name="csY3" fmla="*/ 1890445 h 1973305"/>
                  <a:gd name="csX0" fmla="*/ 0 w 3400747"/>
                  <a:gd name="csY0" fmla="*/ 0 h 1893489"/>
                  <a:gd name="csX1" fmla="*/ 893852 w 3400747"/>
                  <a:gd name="csY1" fmla="*/ 1808254 h 1893489"/>
                  <a:gd name="csX2" fmla="*/ 3400747 w 3400747"/>
                  <a:gd name="csY2" fmla="*/ 1890445 h 1893489"/>
                  <a:gd name="csX3" fmla="*/ 3400747 w 3400747"/>
                  <a:gd name="csY3" fmla="*/ 1890445 h 1893489"/>
                  <a:gd name="csX0" fmla="*/ 0 w 3400747"/>
                  <a:gd name="csY0" fmla="*/ 0 h 1963095"/>
                  <a:gd name="csX1" fmla="*/ 893852 w 3400747"/>
                  <a:gd name="csY1" fmla="*/ 1921270 h 1963095"/>
                  <a:gd name="csX2" fmla="*/ 3400747 w 3400747"/>
                  <a:gd name="csY2" fmla="*/ 1890445 h 1963095"/>
                  <a:gd name="csX3" fmla="*/ 3400747 w 3400747"/>
                  <a:gd name="csY3" fmla="*/ 1890445 h 1963095"/>
                  <a:gd name="csX0" fmla="*/ 0 w 3400747"/>
                  <a:gd name="csY0" fmla="*/ 0 h 1928600"/>
                  <a:gd name="csX1" fmla="*/ 893852 w 3400747"/>
                  <a:gd name="csY1" fmla="*/ 1921270 h 1928600"/>
                  <a:gd name="csX2" fmla="*/ 3400747 w 3400747"/>
                  <a:gd name="csY2" fmla="*/ 1890445 h 1928600"/>
                  <a:gd name="csX3" fmla="*/ 3400747 w 3400747"/>
                  <a:gd name="csY3" fmla="*/ 1890445 h 1928600"/>
                  <a:gd name="csX0" fmla="*/ 0 w 3400747"/>
                  <a:gd name="csY0" fmla="*/ 0 h 1890445"/>
                  <a:gd name="csX1" fmla="*/ 893852 w 3400747"/>
                  <a:gd name="csY1" fmla="*/ 1849351 h 1890445"/>
                  <a:gd name="csX2" fmla="*/ 3400747 w 3400747"/>
                  <a:gd name="csY2" fmla="*/ 1890445 h 1890445"/>
                  <a:gd name="csX3" fmla="*/ 3400747 w 3400747"/>
                  <a:gd name="csY3" fmla="*/ 1890445 h 1890445"/>
                  <a:gd name="csX0" fmla="*/ 0 w 3688423"/>
                  <a:gd name="csY0" fmla="*/ 0 h 1978833"/>
                  <a:gd name="csX1" fmla="*/ 1181528 w 3688423"/>
                  <a:gd name="csY1" fmla="*/ 1828803 h 1978833"/>
                  <a:gd name="csX2" fmla="*/ 3688423 w 3688423"/>
                  <a:gd name="csY2" fmla="*/ 1869897 h 1978833"/>
                  <a:gd name="csX3" fmla="*/ 3688423 w 3688423"/>
                  <a:gd name="csY3" fmla="*/ 1869897 h 1978833"/>
                  <a:gd name="csX0" fmla="*/ 0 w 3688423"/>
                  <a:gd name="csY0" fmla="*/ 0 h 2055699"/>
                  <a:gd name="csX1" fmla="*/ 1181528 w 3688423"/>
                  <a:gd name="csY1" fmla="*/ 1931545 h 2055699"/>
                  <a:gd name="csX2" fmla="*/ 3688423 w 3688423"/>
                  <a:gd name="csY2" fmla="*/ 1869897 h 2055699"/>
                  <a:gd name="csX3" fmla="*/ 3688423 w 3688423"/>
                  <a:gd name="csY3" fmla="*/ 1869897 h 2055699"/>
                  <a:gd name="csX0" fmla="*/ 0 w 3688423"/>
                  <a:gd name="csY0" fmla="*/ 0 h 1942451"/>
                  <a:gd name="csX1" fmla="*/ 1181528 w 3688423"/>
                  <a:gd name="csY1" fmla="*/ 1931545 h 1942451"/>
                  <a:gd name="csX2" fmla="*/ 3688423 w 3688423"/>
                  <a:gd name="csY2" fmla="*/ 1869897 h 1942451"/>
                  <a:gd name="csX3" fmla="*/ 3688423 w 3688423"/>
                  <a:gd name="csY3" fmla="*/ 1869897 h 1942451"/>
                  <a:gd name="csX0" fmla="*/ 0 w 3688423"/>
                  <a:gd name="csY0" fmla="*/ 0 h 1869897"/>
                  <a:gd name="csX1" fmla="*/ 1212351 w 3688423"/>
                  <a:gd name="csY1" fmla="*/ 1726062 h 1869897"/>
                  <a:gd name="csX2" fmla="*/ 3688423 w 3688423"/>
                  <a:gd name="csY2" fmla="*/ 1869897 h 1869897"/>
                  <a:gd name="csX3" fmla="*/ 3688423 w 3688423"/>
                  <a:gd name="csY3" fmla="*/ 1869897 h 1869897"/>
                  <a:gd name="csX0" fmla="*/ 0 w 3688423"/>
                  <a:gd name="csY0" fmla="*/ 0 h 1869897"/>
                  <a:gd name="csX1" fmla="*/ 1212351 w 3688423"/>
                  <a:gd name="csY1" fmla="*/ 1726062 h 1869897"/>
                  <a:gd name="csX2" fmla="*/ 3688423 w 3688423"/>
                  <a:gd name="csY2" fmla="*/ 1869897 h 1869897"/>
                  <a:gd name="csX3" fmla="*/ 3688423 w 3688423"/>
                  <a:gd name="csY3" fmla="*/ 1869897 h 1869897"/>
                  <a:gd name="csX0" fmla="*/ 0 w 3688423"/>
                  <a:gd name="csY0" fmla="*/ 0 h 1880174"/>
                  <a:gd name="csX1" fmla="*/ 1212351 w 3688423"/>
                  <a:gd name="csY1" fmla="*/ 1880174 h 1880174"/>
                  <a:gd name="csX2" fmla="*/ 3688423 w 3688423"/>
                  <a:gd name="csY2" fmla="*/ 1869897 h 1880174"/>
                  <a:gd name="csX3" fmla="*/ 3688423 w 3688423"/>
                  <a:gd name="csY3" fmla="*/ 1869897 h 18801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88423" h="1880174">
                    <a:moveTo>
                      <a:pt x="0" y="0"/>
                    </a:moveTo>
                    <a:cubicBezTo>
                      <a:pt x="112159" y="525694"/>
                      <a:pt x="145552" y="1825380"/>
                      <a:pt x="1212351" y="1880174"/>
                    </a:cubicBezTo>
                    <a:lnTo>
                      <a:pt x="3688423" y="1869897"/>
                    </a:lnTo>
                    <a:lnTo>
                      <a:pt x="3688423" y="1869897"/>
                    </a:lnTo>
                  </a:path>
                </a:pathLst>
              </a:custGeom>
              <a:ln w="38100">
                <a:solidFill>
                  <a:srgbClr val="00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" name="正方形/長方形 4">
                <a:extLst>
                  <a:ext uri="{FF2B5EF4-FFF2-40B4-BE49-F238E27FC236}">
                    <a16:creationId xmlns:a16="http://schemas.microsoft.com/office/drawing/2014/main" id="{9A28D609-CE2B-4B72-A75A-E6EEBBBF765B}"/>
                  </a:ext>
                </a:extLst>
              </p:cNvPr>
              <p:cNvSpPr/>
              <p:nvPr/>
            </p:nvSpPr>
            <p:spPr>
              <a:xfrm>
                <a:off x="2696258" y="1145629"/>
                <a:ext cx="3688423" cy="342549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FE4F7C8C-A537-D516-259D-46015E6425D0}"/>
                  </a:ext>
                </a:extLst>
              </p:cNvPr>
              <p:cNvSpPr txBox="1"/>
              <p:nvPr/>
            </p:nvSpPr>
            <p:spPr>
              <a:xfrm>
                <a:off x="4214649" y="4571118"/>
                <a:ext cx="6516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ja-JP" altLang="en-US" dirty="0"/>
                  <a:t>時間</a:t>
                </a:r>
                <a:endParaRPr kumimoji="1" lang="ja-JP" altLang="en-US" dirty="0"/>
              </a:p>
            </p:txBody>
          </p:sp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AEB3C0C2-E98A-59EF-6808-B5B3FEBE3552}"/>
                  </a:ext>
                </a:extLst>
              </p:cNvPr>
              <p:cNvSpPr txBox="1"/>
              <p:nvPr/>
            </p:nvSpPr>
            <p:spPr>
              <a:xfrm rot="16200000">
                <a:off x="2062832" y="3025362"/>
                <a:ext cx="9038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dirty="0"/>
                  <a:t>透過率</a:t>
                </a:r>
              </a:p>
            </p:txBody>
          </p:sp>
          <p:cxnSp>
            <p:nvCxnSpPr>
              <p:cNvPr id="9" name="直線矢印コネクタ 8">
                <a:extLst>
                  <a:ext uri="{FF2B5EF4-FFF2-40B4-BE49-F238E27FC236}">
                    <a16:creationId xmlns:a16="http://schemas.microsoft.com/office/drawing/2014/main" id="{92DF9312-5D03-A548-84DE-34F3622E1ED0}"/>
                  </a:ext>
                </a:extLst>
              </p:cNvPr>
              <p:cNvCxnSpPr/>
              <p:nvPr/>
            </p:nvCxnSpPr>
            <p:spPr>
              <a:xfrm>
                <a:off x="2693453" y="1933609"/>
                <a:ext cx="3688423" cy="0"/>
              </a:xfrm>
              <a:prstGeom prst="straightConnector1">
                <a:avLst/>
              </a:prstGeom>
              <a:ln w="25400">
                <a:solidFill>
                  <a:srgbClr val="00FFFF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5342BF1E-0D15-8480-C3EB-3730C6CFB14A}"/>
                  </a:ext>
                </a:extLst>
              </p:cNvPr>
              <p:cNvSpPr txBox="1"/>
              <p:nvPr/>
            </p:nvSpPr>
            <p:spPr>
              <a:xfrm>
                <a:off x="4209039" y="1501354"/>
                <a:ext cx="657250" cy="369332"/>
              </a:xfrm>
              <a:prstGeom prst="rect">
                <a:avLst/>
              </a:prstGeom>
              <a:noFill/>
              <a:ln>
                <a:solidFill>
                  <a:srgbClr val="00FF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b="1" dirty="0"/>
                  <a:t>着色</a:t>
                </a:r>
              </a:p>
            </p:txBody>
          </p:sp>
          <p:cxnSp>
            <p:nvCxnSpPr>
              <p:cNvPr id="14" name="直線コネクタ 13">
                <a:extLst>
                  <a:ext uri="{FF2B5EF4-FFF2-40B4-BE49-F238E27FC236}">
                    <a16:creationId xmlns:a16="http://schemas.microsoft.com/office/drawing/2014/main" id="{2A7383C1-1AB2-F450-2E2B-A8E334770C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3453" y="2269941"/>
                <a:ext cx="3688423" cy="0"/>
              </a:xfrm>
              <a:prstGeom prst="line">
                <a:avLst/>
              </a:prstGeom>
              <a:ln w="2540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テキスト ボックス 17">
                    <a:extLst>
                      <a:ext uri="{FF2B5EF4-FFF2-40B4-BE49-F238E27FC236}">
                        <a16:creationId xmlns:a16="http://schemas.microsoft.com/office/drawing/2014/main" id="{76E575BB-34AF-672B-57D4-E5B37E3F9228}"/>
                      </a:ext>
                    </a:extLst>
                  </p:cNvPr>
                  <p:cNvSpPr txBox="1"/>
                  <p:nvPr/>
                </p:nvSpPr>
                <p:spPr>
                  <a:xfrm>
                    <a:off x="6674068" y="3014346"/>
                    <a:ext cx="935421" cy="40011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FF0000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sz="2000" b="1" i="0" smtClean="0">
                              <a:latin typeface="Cambria Math" panose="02040503050406030204" pitchFamily="18" charset="0"/>
                            </a:rPr>
                            <m:t>𝚫</m:t>
                          </m:r>
                          <m:sSub>
                            <m:sSubPr>
                              <m:ctrlPr>
                                <a:rPr kumimoji="1" lang="en-US" altLang="ja-JP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000" b="1" i="0" smtClean="0">
                                  <a:latin typeface="Cambria Math" panose="02040503050406030204" pitchFamily="18" charset="0"/>
                                </a:rPr>
                                <m:t>𝐓</m:t>
                              </m:r>
                            </m:e>
                            <m:sub>
                              <m:r>
                                <a:rPr kumimoji="1" lang="en-US" altLang="ja-JP" sz="2000" b="1" i="0" smtClean="0">
                                  <a:latin typeface="Cambria Math" panose="02040503050406030204" pitchFamily="18" charset="0"/>
                                </a:rPr>
                                <m:t>𝐦𝐚𝐱</m:t>
                              </m:r>
                            </m:sub>
                          </m:sSub>
                        </m:oMath>
                      </m:oMathPara>
                    </a14:m>
                    <a:endParaRPr kumimoji="1" lang="en-US" altLang="ja-JP" sz="2000" b="1" dirty="0"/>
                  </a:p>
                </p:txBody>
              </p:sp>
            </mc:Choice>
            <mc:Fallback xmlns="">
              <p:sp>
                <p:nvSpPr>
                  <p:cNvPr id="18" name="テキスト ボックス 17">
                    <a:extLst>
                      <a:ext uri="{FF2B5EF4-FFF2-40B4-BE49-F238E27FC236}">
                        <a16:creationId xmlns:a16="http://schemas.microsoft.com/office/drawing/2014/main" id="{76E575BB-34AF-672B-57D4-E5B37E3F92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74068" y="3014346"/>
                    <a:ext cx="935421" cy="40011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>
                    <a:solidFill>
                      <a:srgbClr val="FF0000"/>
                    </a:solidFill>
                  </a:ln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9" name="直線矢印コネクタ 18">
                <a:extLst>
                  <a:ext uri="{FF2B5EF4-FFF2-40B4-BE49-F238E27FC236}">
                    <a16:creationId xmlns:a16="http://schemas.microsoft.com/office/drawing/2014/main" id="{878D91AB-BC97-D755-447E-FD0B4D5A47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00401" y="2269941"/>
                <a:ext cx="0" cy="1524293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テキスト ボックス 21">
                    <a:extLst>
                      <a:ext uri="{FF2B5EF4-FFF2-40B4-BE49-F238E27FC236}">
                        <a16:creationId xmlns:a16="http://schemas.microsoft.com/office/drawing/2014/main" id="{62C606E4-8C4D-30DD-8475-1106C10B5169}"/>
                      </a:ext>
                    </a:extLst>
                  </p:cNvPr>
                  <p:cNvSpPr txBox="1"/>
                  <p:nvPr/>
                </p:nvSpPr>
                <p:spPr>
                  <a:xfrm>
                    <a:off x="3299897" y="2702197"/>
                    <a:ext cx="909143" cy="707886"/>
                  </a:xfrm>
                  <a:prstGeom prst="rect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sz="2000" b="1" i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kumimoji="1" lang="en-US" altLang="ja-JP" sz="2000" b="1" i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kumimoji="1" lang="en-US" altLang="ja-JP" sz="2000" b="1" i="0" smtClean="0">
                              <a:latin typeface="Cambria Math" panose="02040503050406030204" pitchFamily="18" charset="0"/>
                            </a:rPr>
                            <m:t>𝟗</m:t>
                          </m:r>
                          <m:r>
                            <a:rPr kumimoji="1" lang="en-US" altLang="ja-JP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m:oMathPara>
                    </a14:m>
                    <a:endParaRPr kumimoji="1" lang="en-US" altLang="ja-JP" sz="2000" b="1" i="1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sz="2000" b="1" i="0" smtClean="0">
                              <a:latin typeface="Cambria Math" panose="02040503050406030204" pitchFamily="18" charset="0"/>
                            </a:rPr>
                            <m:t>𝚫</m:t>
                          </m:r>
                          <m:sSub>
                            <m:sSubPr>
                              <m:ctrlPr>
                                <a:rPr kumimoji="1" lang="en-US" altLang="ja-JP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000" b="1" i="0" smtClean="0">
                                  <a:latin typeface="Cambria Math" panose="02040503050406030204" pitchFamily="18" charset="0"/>
                                </a:rPr>
                                <m:t>𝐓</m:t>
                              </m:r>
                            </m:e>
                            <m:sub>
                              <m:r>
                                <a:rPr kumimoji="1" lang="en-US" altLang="ja-JP" sz="2000" b="1" i="0" smtClean="0">
                                  <a:latin typeface="Cambria Math" panose="02040503050406030204" pitchFamily="18" charset="0"/>
                                </a:rPr>
                                <m:t>𝐦𝐚𝐱</m:t>
                              </m:r>
                            </m:sub>
                          </m:sSub>
                        </m:oMath>
                      </m:oMathPara>
                    </a14:m>
                    <a:endParaRPr kumimoji="1" lang="en-US" altLang="ja-JP" sz="2000" b="1" dirty="0"/>
                  </a:p>
                </p:txBody>
              </p:sp>
            </mc:Choice>
            <mc:Fallback xmlns="">
              <p:sp>
                <p:nvSpPr>
                  <p:cNvPr id="22" name="テキスト ボックス 21">
                    <a:extLst>
                      <a:ext uri="{FF2B5EF4-FFF2-40B4-BE49-F238E27FC236}">
                        <a16:creationId xmlns:a16="http://schemas.microsoft.com/office/drawing/2014/main" id="{62C606E4-8C4D-30DD-8475-1106C10B51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99897" y="2702197"/>
                    <a:ext cx="909143" cy="707886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solidFill>
                      <a:srgbClr val="FF0000"/>
                    </a:solidFill>
                  </a:ln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4" name="直線コネクタ 23">
                <a:extLst>
                  <a:ext uri="{FF2B5EF4-FFF2-40B4-BE49-F238E27FC236}">
                    <a16:creationId xmlns:a16="http://schemas.microsoft.com/office/drawing/2014/main" id="{1CE5A2FA-4012-B1B3-D656-B59C9BAD6E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00401" y="3887358"/>
                <a:ext cx="0" cy="683760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線矢印コネクタ 26">
                <a:extLst>
                  <a:ext uri="{FF2B5EF4-FFF2-40B4-BE49-F238E27FC236}">
                    <a16:creationId xmlns:a16="http://schemas.microsoft.com/office/drawing/2014/main" id="{3935806C-1AF0-8C5E-D1B8-4C0A01C626FD}"/>
                  </a:ext>
                </a:extLst>
              </p:cNvPr>
              <p:cNvCxnSpPr/>
              <p:nvPr/>
            </p:nvCxnSpPr>
            <p:spPr>
              <a:xfrm>
                <a:off x="2693453" y="4755784"/>
                <a:ext cx="536028" cy="0"/>
              </a:xfrm>
              <a:prstGeom prst="straightConnector1">
                <a:avLst/>
              </a:prstGeom>
              <a:ln>
                <a:solidFill>
                  <a:srgbClr val="CC9700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D4C14A0E-2556-7C50-A28A-122912AF54EA}"/>
                  </a:ext>
                </a:extLst>
              </p:cNvPr>
              <p:cNvSpPr txBox="1"/>
              <p:nvPr/>
            </p:nvSpPr>
            <p:spPr>
              <a:xfrm>
                <a:off x="2393908" y="4874594"/>
                <a:ext cx="1135117" cy="369332"/>
              </a:xfrm>
              <a:prstGeom prst="rect">
                <a:avLst/>
              </a:prstGeom>
              <a:solidFill>
                <a:srgbClr val="EEECE1"/>
              </a:solidFill>
              <a:ln>
                <a:solidFill>
                  <a:srgbClr val="CC97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b="1" dirty="0"/>
                  <a:t>応答時間</a:t>
                </a:r>
                <a:endParaRPr kumimoji="1" lang="ja-JP" altLang="en-US" b="1" dirty="0"/>
              </a:p>
            </p:txBody>
          </p:sp>
        </p:grpSp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810E8573-07A6-172A-26C0-F1C04E351B1F}"/>
                </a:ext>
              </a:extLst>
            </p:cNvPr>
            <p:cNvSpPr/>
            <p:nvPr/>
          </p:nvSpPr>
          <p:spPr>
            <a:xfrm>
              <a:off x="3009146" y="1047964"/>
              <a:ext cx="6140844" cy="45802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14656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E4F5D345-3C29-B5C9-2A20-8A0A1218E4EC}"/>
              </a:ext>
            </a:extLst>
          </p:cNvPr>
          <p:cNvGrpSpPr/>
          <p:nvPr/>
        </p:nvGrpSpPr>
        <p:grpSpPr>
          <a:xfrm>
            <a:off x="193090" y="1166998"/>
            <a:ext cx="5670796" cy="4163199"/>
            <a:chOff x="1757419" y="1356188"/>
            <a:chExt cx="5670796" cy="4163199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13778DC5-6E4E-B5C0-DDF0-6E1C5C45B4F8}"/>
                </a:ext>
              </a:extLst>
            </p:cNvPr>
            <p:cNvSpPr/>
            <p:nvPr/>
          </p:nvSpPr>
          <p:spPr>
            <a:xfrm>
              <a:off x="2126750" y="1356188"/>
              <a:ext cx="5301465" cy="371924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000"/>
            </a:p>
          </p:txBody>
        </p:sp>
        <p:sp>
          <p:nvSpPr>
            <p:cNvPr id="3" name="フリーフォーム: 図形 2">
              <a:extLst>
                <a:ext uri="{FF2B5EF4-FFF2-40B4-BE49-F238E27FC236}">
                  <a16:creationId xmlns:a16="http://schemas.microsoft.com/office/drawing/2014/main" id="{00002C16-EEC9-6BB3-65FF-C790ED75F0AC}"/>
                </a:ext>
              </a:extLst>
            </p:cNvPr>
            <p:cNvSpPr/>
            <p:nvPr/>
          </p:nvSpPr>
          <p:spPr>
            <a:xfrm>
              <a:off x="2309116" y="1567559"/>
              <a:ext cx="4936733" cy="3296503"/>
            </a:xfrm>
            <a:custGeom>
              <a:avLst/>
              <a:gdLst>
                <a:gd name="csX0" fmla="*/ 4695290 w 4695290"/>
                <a:gd name="csY0" fmla="*/ 0 h 2578814"/>
                <a:gd name="csX1" fmla="*/ 3359650 w 4695290"/>
                <a:gd name="csY1" fmla="*/ 729466 h 2578814"/>
                <a:gd name="csX2" fmla="*/ 1315092 w 4695290"/>
                <a:gd name="csY2" fmla="*/ 113016 h 2578814"/>
                <a:gd name="csX3" fmla="*/ 750014 w 4695290"/>
                <a:gd name="csY3" fmla="*/ 1500027 h 2578814"/>
                <a:gd name="csX4" fmla="*/ 287677 w 4695290"/>
                <a:gd name="csY4" fmla="*/ 1150706 h 2578814"/>
                <a:gd name="csX5" fmla="*/ 0 w 4695290"/>
                <a:gd name="csY5" fmla="*/ 2578814 h 2578814"/>
                <a:gd name="csX6" fmla="*/ 0 w 4695290"/>
                <a:gd name="csY6" fmla="*/ 2578814 h 2578814"/>
                <a:gd name="csX7" fmla="*/ 0 w 4695290"/>
                <a:gd name="csY7" fmla="*/ 2578814 h 2578814"/>
                <a:gd name="csX0" fmla="*/ 4695290 w 4695290"/>
                <a:gd name="csY0" fmla="*/ 11919 h 2590733"/>
                <a:gd name="csX1" fmla="*/ 3318554 w 4695290"/>
                <a:gd name="csY1" fmla="*/ 53017 h 2590733"/>
                <a:gd name="csX2" fmla="*/ 1315092 w 4695290"/>
                <a:gd name="csY2" fmla="*/ 124935 h 2590733"/>
                <a:gd name="csX3" fmla="*/ 750014 w 4695290"/>
                <a:gd name="csY3" fmla="*/ 1511946 h 2590733"/>
                <a:gd name="csX4" fmla="*/ 287677 w 4695290"/>
                <a:gd name="csY4" fmla="*/ 1162625 h 2590733"/>
                <a:gd name="csX5" fmla="*/ 0 w 4695290"/>
                <a:gd name="csY5" fmla="*/ 2590733 h 2590733"/>
                <a:gd name="csX6" fmla="*/ 0 w 4695290"/>
                <a:gd name="csY6" fmla="*/ 2590733 h 2590733"/>
                <a:gd name="csX7" fmla="*/ 0 w 4695290"/>
                <a:gd name="csY7" fmla="*/ 2590733 h 2590733"/>
                <a:gd name="csX0" fmla="*/ 4695290 w 4695290"/>
                <a:gd name="csY0" fmla="*/ 17981 h 2596795"/>
                <a:gd name="csX1" fmla="*/ 3318554 w 4695290"/>
                <a:gd name="csY1" fmla="*/ 59079 h 2596795"/>
                <a:gd name="csX2" fmla="*/ 1315092 w 4695290"/>
                <a:gd name="csY2" fmla="*/ 130997 h 2596795"/>
                <a:gd name="csX3" fmla="*/ 750014 w 4695290"/>
                <a:gd name="csY3" fmla="*/ 1518008 h 2596795"/>
                <a:gd name="csX4" fmla="*/ 287677 w 4695290"/>
                <a:gd name="csY4" fmla="*/ 1168687 h 2596795"/>
                <a:gd name="csX5" fmla="*/ 0 w 4695290"/>
                <a:gd name="csY5" fmla="*/ 2596795 h 2596795"/>
                <a:gd name="csX6" fmla="*/ 0 w 4695290"/>
                <a:gd name="csY6" fmla="*/ 2596795 h 2596795"/>
                <a:gd name="csX7" fmla="*/ 0 w 4695290"/>
                <a:gd name="csY7" fmla="*/ 2596795 h 2596795"/>
                <a:gd name="csX0" fmla="*/ 4818580 w 4818580"/>
                <a:gd name="csY0" fmla="*/ 11920 h 2590734"/>
                <a:gd name="csX1" fmla="*/ 3318554 w 4818580"/>
                <a:gd name="csY1" fmla="*/ 53018 h 2590734"/>
                <a:gd name="csX2" fmla="*/ 1315092 w 4818580"/>
                <a:gd name="csY2" fmla="*/ 124936 h 2590734"/>
                <a:gd name="csX3" fmla="*/ 750014 w 4818580"/>
                <a:gd name="csY3" fmla="*/ 1511947 h 2590734"/>
                <a:gd name="csX4" fmla="*/ 287677 w 4818580"/>
                <a:gd name="csY4" fmla="*/ 1162626 h 2590734"/>
                <a:gd name="csX5" fmla="*/ 0 w 4818580"/>
                <a:gd name="csY5" fmla="*/ 2590734 h 2590734"/>
                <a:gd name="csX6" fmla="*/ 0 w 4818580"/>
                <a:gd name="csY6" fmla="*/ 2590734 h 2590734"/>
                <a:gd name="csX7" fmla="*/ 0 w 4818580"/>
                <a:gd name="csY7" fmla="*/ 2590734 h 2590734"/>
                <a:gd name="csX0" fmla="*/ 4818580 w 4818580"/>
                <a:gd name="csY0" fmla="*/ 11920 h 2590734"/>
                <a:gd name="csX1" fmla="*/ 3318554 w 4818580"/>
                <a:gd name="csY1" fmla="*/ 53018 h 2590734"/>
                <a:gd name="csX2" fmla="*/ 1315092 w 4818580"/>
                <a:gd name="csY2" fmla="*/ 124936 h 2590734"/>
                <a:gd name="csX3" fmla="*/ 750014 w 4818580"/>
                <a:gd name="csY3" fmla="*/ 1511947 h 2590734"/>
                <a:gd name="csX4" fmla="*/ 287677 w 4818580"/>
                <a:gd name="csY4" fmla="*/ 1162626 h 2590734"/>
                <a:gd name="csX5" fmla="*/ 0 w 4818580"/>
                <a:gd name="csY5" fmla="*/ 2590734 h 2590734"/>
                <a:gd name="csX6" fmla="*/ 0 w 4818580"/>
                <a:gd name="csY6" fmla="*/ 2590734 h 2590734"/>
                <a:gd name="csX7" fmla="*/ 0 w 4818580"/>
                <a:gd name="csY7" fmla="*/ 2590734 h 2590734"/>
                <a:gd name="csX0" fmla="*/ 4859030 w 4859030"/>
                <a:gd name="csY0" fmla="*/ 475105 h 2613984"/>
                <a:gd name="csX1" fmla="*/ 3318554 w 4859030"/>
                <a:gd name="csY1" fmla="*/ 76268 h 2613984"/>
                <a:gd name="csX2" fmla="*/ 1315092 w 4859030"/>
                <a:gd name="csY2" fmla="*/ 148186 h 2613984"/>
                <a:gd name="csX3" fmla="*/ 750014 w 4859030"/>
                <a:gd name="csY3" fmla="*/ 1535197 h 2613984"/>
                <a:gd name="csX4" fmla="*/ 287677 w 4859030"/>
                <a:gd name="csY4" fmla="*/ 1185876 h 2613984"/>
                <a:gd name="csX5" fmla="*/ 0 w 4859030"/>
                <a:gd name="csY5" fmla="*/ 2613984 h 2613984"/>
                <a:gd name="csX6" fmla="*/ 0 w 4859030"/>
                <a:gd name="csY6" fmla="*/ 2613984 h 2613984"/>
                <a:gd name="csX7" fmla="*/ 0 w 4859030"/>
                <a:gd name="csY7" fmla="*/ 2613984 h 2613984"/>
                <a:gd name="csX0" fmla="*/ 4859030 w 4859030"/>
                <a:gd name="csY0" fmla="*/ 475105 h 2613984"/>
                <a:gd name="csX1" fmla="*/ 3318554 w 4859030"/>
                <a:gd name="csY1" fmla="*/ 76268 h 2613984"/>
                <a:gd name="csX2" fmla="*/ 1315092 w 4859030"/>
                <a:gd name="csY2" fmla="*/ 148186 h 2613984"/>
                <a:gd name="csX3" fmla="*/ 750014 w 4859030"/>
                <a:gd name="csY3" fmla="*/ 1535197 h 2613984"/>
                <a:gd name="csX4" fmla="*/ 287677 w 4859030"/>
                <a:gd name="csY4" fmla="*/ 1185876 h 2613984"/>
                <a:gd name="csX5" fmla="*/ 0 w 4859030"/>
                <a:gd name="csY5" fmla="*/ 2613984 h 2613984"/>
                <a:gd name="csX6" fmla="*/ 0 w 4859030"/>
                <a:gd name="csY6" fmla="*/ 2613984 h 2613984"/>
                <a:gd name="csX7" fmla="*/ 0 w 4859030"/>
                <a:gd name="csY7" fmla="*/ 2613984 h 2613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859030" h="2613984">
                  <a:moveTo>
                    <a:pt x="4859030" y="475105"/>
                  </a:moveTo>
                  <a:cubicBezTo>
                    <a:pt x="4400651" y="234925"/>
                    <a:pt x="3909210" y="130755"/>
                    <a:pt x="3318554" y="76268"/>
                  </a:cubicBezTo>
                  <a:cubicBezTo>
                    <a:pt x="2727898" y="21781"/>
                    <a:pt x="1743182" y="-94969"/>
                    <a:pt x="1315092" y="148186"/>
                  </a:cubicBezTo>
                  <a:cubicBezTo>
                    <a:pt x="887002" y="391341"/>
                    <a:pt x="921250" y="1362249"/>
                    <a:pt x="750014" y="1535197"/>
                  </a:cubicBezTo>
                  <a:cubicBezTo>
                    <a:pt x="578778" y="1708145"/>
                    <a:pt x="412679" y="1006078"/>
                    <a:pt x="287677" y="1185876"/>
                  </a:cubicBezTo>
                  <a:cubicBezTo>
                    <a:pt x="162675" y="1365674"/>
                    <a:pt x="0" y="2613984"/>
                    <a:pt x="0" y="2613984"/>
                  </a:cubicBezTo>
                  <a:lnTo>
                    <a:pt x="0" y="2613984"/>
                  </a:lnTo>
                  <a:lnTo>
                    <a:pt x="0" y="2613984"/>
                  </a:lnTo>
                </a:path>
              </a:pathLst>
            </a:cu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フリーフォーム: 図形 3">
              <a:extLst>
                <a:ext uri="{FF2B5EF4-FFF2-40B4-BE49-F238E27FC236}">
                  <a16:creationId xmlns:a16="http://schemas.microsoft.com/office/drawing/2014/main" id="{34C52DB6-2376-B10E-E25E-68F7B57FF583}"/>
                </a:ext>
              </a:extLst>
            </p:cNvPr>
            <p:cNvSpPr/>
            <p:nvPr/>
          </p:nvSpPr>
          <p:spPr>
            <a:xfrm>
              <a:off x="2309116" y="1682393"/>
              <a:ext cx="4936733" cy="3066835"/>
            </a:xfrm>
            <a:custGeom>
              <a:avLst/>
              <a:gdLst>
                <a:gd name="csX0" fmla="*/ 4695290 w 4695290"/>
                <a:gd name="csY0" fmla="*/ 0 h 2578814"/>
                <a:gd name="csX1" fmla="*/ 3359650 w 4695290"/>
                <a:gd name="csY1" fmla="*/ 729466 h 2578814"/>
                <a:gd name="csX2" fmla="*/ 1315092 w 4695290"/>
                <a:gd name="csY2" fmla="*/ 113016 h 2578814"/>
                <a:gd name="csX3" fmla="*/ 750014 w 4695290"/>
                <a:gd name="csY3" fmla="*/ 1500027 h 2578814"/>
                <a:gd name="csX4" fmla="*/ 287677 w 4695290"/>
                <a:gd name="csY4" fmla="*/ 1150706 h 2578814"/>
                <a:gd name="csX5" fmla="*/ 0 w 4695290"/>
                <a:gd name="csY5" fmla="*/ 2578814 h 2578814"/>
                <a:gd name="csX6" fmla="*/ 0 w 4695290"/>
                <a:gd name="csY6" fmla="*/ 2578814 h 2578814"/>
                <a:gd name="csX7" fmla="*/ 0 w 4695290"/>
                <a:gd name="csY7" fmla="*/ 2578814 h 2578814"/>
                <a:gd name="csX0" fmla="*/ 4695290 w 4695290"/>
                <a:gd name="csY0" fmla="*/ 11919 h 2590733"/>
                <a:gd name="csX1" fmla="*/ 3318554 w 4695290"/>
                <a:gd name="csY1" fmla="*/ 53017 h 2590733"/>
                <a:gd name="csX2" fmla="*/ 1315092 w 4695290"/>
                <a:gd name="csY2" fmla="*/ 124935 h 2590733"/>
                <a:gd name="csX3" fmla="*/ 750014 w 4695290"/>
                <a:gd name="csY3" fmla="*/ 1511946 h 2590733"/>
                <a:gd name="csX4" fmla="*/ 287677 w 4695290"/>
                <a:gd name="csY4" fmla="*/ 1162625 h 2590733"/>
                <a:gd name="csX5" fmla="*/ 0 w 4695290"/>
                <a:gd name="csY5" fmla="*/ 2590733 h 2590733"/>
                <a:gd name="csX6" fmla="*/ 0 w 4695290"/>
                <a:gd name="csY6" fmla="*/ 2590733 h 2590733"/>
                <a:gd name="csX7" fmla="*/ 0 w 4695290"/>
                <a:gd name="csY7" fmla="*/ 2590733 h 2590733"/>
                <a:gd name="csX0" fmla="*/ 4695290 w 4695290"/>
                <a:gd name="csY0" fmla="*/ 17981 h 2596795"/>
                <a:gd name="csX1" fmla="*/ 3318554 w 4695290"/>
                <a:gd name="csY1" fmla="*/ 59079 h 2596795"/>
                <a:gd name="csX2" fmla="*/ 1315092 w 4695290"/>
                <a:gd name="csY2" fmla="*/ 130997 h 2596795"/>
                <a:gd name="csX3" fmla="*/ 750014 w 4695290"/>
                <a:gd name="csY3" fmla="*/ 1518008 h 2596795"/>
                <a:gd name="csX4" fmla="*/ 287677 w 4695290"/>
                <a:gd name="csY4" fmla="*/ 1168687 h 2596795"/>
                <a:gd name="csX5" fmla="*/ 0 w 4695290"/>
                <a:gd name="csY5" fmla="*/ 2596795 h 2596795"/>
                <a:gd name="csX6" fmla="*/ 0 w 4695290"/>
                <a:gd name="csY6" fmla="*/ 2596795 h 2596795"/>
                <a:gd name="csX7" fmla="*/ 0 w 4695290"/>
                <a:gd name="csY7" fmla="*/ 2596795 h 2596795"/>
                <a:gd name="csX0" fmla="*/ 4818580 w 4818580"/>
                <a:gd name="csY0" fmla="*/ 11920 h 2590734"/>
                <a:gd name="csX1" fmla="*/ 3318554 w 4818580"/>
                <a:gd name="csY1" fmla="*/ 53018 h 2590734"/>
                <a:gd name="csX2" fmla="*/ 1315092 w 4818580"/>
                <a:gd name="csY2" fmla="*/ 124936 h 2590734"/>
                <a:gd name="csX3" fmla="*/ 750014 w 4818580"/>
                <a:gd name="csY3" fmla="*/ 1511947 h 2590734"/>
                <a:gd name="csX4" fmla="*/ 287677 w 4818580"/>
                <a:gd name="csY4" fmla="*/ 1162626 h 2590734"/>
                <a:gd name="csX5" fmla="*/ 0 w 4818580"/>
                <a:gd name="csY5" fmla="*/ 2590734 h 2590734"/>
                <a:gd name="csX6" fmla="*/ 0 w 4818580"/>
                <a:gd name="csY6" fmla="*/ 2590734 h 2590734"/>
                <a:gd name="csX7" fmla="*/ 0 w 4818580"/>
                <a:gd name="csY7" fmla="*/ 2590734 h 2590734"/>
                <a:gd name="csX0" fmla="*/ 4818580 w 4818580"/>
                <a:gd name="csY0" fmla="*/ 11920 h 2590734"/>
                <a:gd name="csX1" fmla="*/ 3318554 w 4818580"/>
                <a:gd name="csY1" fmla="*/ 53018 h 2590734"/>
                <a:gd name="csX2" fmla="*/ 1315092 w 4818580"/>
                <a:gd name="csY2" fmla="*/ 124936 h 2590734"/>
                <a:gd name="csX3" fmla="*/ 750014 w 4818580"/>
                <a:gd name="csY3" fmla="*/ 1511947 h 2590734"/>
                <a:gd name="csX4" fmla="*/ 287677 w 4818580"/>
                <a:gd name="csY4" fmla="*/ 1162626 h 2590734"/>
                <a:gd name="csX5" fmla="*/ 0 w 4818580"/>
                <a:gd name="csY5" fmla="*/ 2590734 h 2590734"/>
                <a:gd name="csX6" fmla="*/ 0 w 4818580"/>
                <a:gd name="csY6" fmla="*/ 2590734 h 2590734"/>
                <a:gd name="csX7" fmla="*/ 0 w 4818580"/>
                <a:gd name="csY7" fmla="*/ 2590734 h 2590734"/>
                <a:gd name="csX0" fmla="*/ 4859030 w 4859030"/>
                <a:gd name="csY0" fmla="*/ 475105 h 2613984"/>
                <a:gd name="csX1" fmla="*/ 3318554 w 4859030"/>
                <a:gd name="csY1" fmla="*/ 76268 h 2613984"/>
                <a:gd name="csX2" fmla="*/ 1315092 w 4859030"/>
                <a:gd name="csY2" fmla="*/ 148186 h 2613984"/>
                <a:gd name="csX3" fmla="*/ 750014 w 4859030"/>
                <a:gd name="csY3" fmla="*/ 1535197 h 2613984"/>
                <a:gd name="csX4" fmla="*/ 287677 w 4859030"/>
                <a:gd name="csY4" fmla="*/ 1185876 h 2613984"/>
                <a:gd name="csX5" fmla="*/ 0 w 4859030"/>
                <a:gd name="csY5" fmla="*/ 2613984 h 2613984"/>
                <a:gd name="csX6" fmla="*/ 0 w 4859030"/>
                <a:gd name="csY6" fmla="*/ 2613984 h 2613984"/>
                <a:gd name="csX7" fmla="*/ 0 w 4859030"/>
                <a:gd name="csY7" fmla="*/ 2613984 h 2613984"/>
                <a:gd name="csX0" fmla="*/ 4859030 w 4859030"/>
                <a:gd name="csY0" fmla="*/ 475105 h 2613984"/>
                <a:gd name="csX1" fmla="*/ 3318554 w 4859030"/>
                <a:gd name="csY1" fmla="*/ 76268 h 2613984"/>
                <a:gd name="csX2" fmla="*/ 1315092 w 4859030"/>
                <a:gd name="csY2" fmla="*/ 148186 h 2613984"/>
                <a:gd name="csX3" fmla="*/ 750014 w 4859030"/>
                <a:gd name="csY3" fmla="*/ 1535197 h 2613984"/>
                <a:gd name="csX4" fmla="*/ 287677 w 4859030"/>
                <a:gd name="csY4" fmla="*/ 1185876 h 2613984"/>
                <a:gd name="csX5" fmla="*/ 0 w 4859030"/>
                <a:gd name="csY5" fmla="*/ 2613984 h 2613984"/>
                <a:gd name="csX6" fmla="*/ 0 w 4859030"/>
                <a:gd name="csY6" fmla="*/ 2613984 h 2613984"/>
                <a:gd name="csX7" fmla="*/ 0 w 4859030"/>
                <a:gd name="csY7" fmla="*/ 2613984 h 2613984"/>
                <a:gd name="csX0" fmla="*/ 4859030 w 4859030"/>
                <a:gd name="csY0" fmla="*/ 375768 h 2514647"/>
                <a:gd name="csX1" fmla="*/ 3227542 w 4859030"/>
                <a:gd name="csY1" fmla="*/ 319104 h 2514647"/>
                <a:gd name="csX2" fmla="*/ 1315092 w 4859030"/>
                <a:gd name="csY2" fmla="*/ 48849 h 2514647"/>
                <a:gd name="csX3" fmla="*/ 750014 w 4859030"/>
                <a:gd name="csY3" fmla="*/ 1435860 h 2514647"/>
                <a:gd name="csX4" fmla="*/ 287677 w 4859030"/>
                <a:gd name="csY4" fmla="*/ 1086539 h 2514647"/>
                <a:gd name="csX5" fmla="*/ 0 w 4859030"/>
                <a:gd name="csY5" fmla="*/ 2514647 h 2514647"/>
                <a:gd name="csX6" fmla="*/ 0 w 4859030"/>
                <a:gd name="csY6" fmla="*/ 2514647 h 2514647"/>
                <a:gd name="csX7" fmla="*/ 0 w 4859030"/>
                <a:gd name="csY7" fmla="*/ 2514647 h 2514647"/>
                <a:gd name="csX0" fmla="*/ 4859030 w 4859030"/>
                <a:gd name="csY0" fmla="*/ 698350 h 2519498"/>
                <a:gd name="csX1" fmla="*/ 3227542 w 4859030"/>
                <a:gd name="csY1" fmla="*/ 323955 h 2519498"/>
                <a:gd name="csX2" fmla="*/ 1315092 w 4859030"/>
                <a:gd name="csY2" fmla="*/ 53700 h 2519498"/>
                <a:gd name="csX3" fmla="*/ 750014 w 4859030"/>
                <a:gd name="csY3" fmla="*/ 1440711 h 2519498"/>
                <a:gd name="csX4" fmla="*/ 287677 w 4859030"/>
                <a:gd name="csY4" fmla="*/ 1091390 h 2519498"/>
                <a:gd name="csX5" fmla="*/ 0 w 4859030"/>
                <a:gd name="csY5" fmla="*/ 2519498 h 2519498"/>
                <a:gd name="csX6" fmla="*/ 0 w 4859030"/>
                <a:gd name="csY6" fmla="*/ 2519498 h 2519498"/>
                <a:gd name="csX7" fmla="*/ 0 w 4859030"/>
                <a:gd name="csY7" fmla="*/ 2519498 h 2519498"/>
                <a:gd name="csX0" fmla="*/ 4859030 w 4859030"/>
                <a:gd name="csY0" fmla="*/ 529345 h 2350493"/>
                <a:gd name="csX1" fmla="*/ 3227542 w 4859030"/>
                <a:gd name="csY1" fmla="*/ 154950 h 2350493"/>
                <a:gd name="csX2" fmla="*/ 1466778 w 4859030"/>
                <a:gd name="csY2" fmla="*/ 80222 h 2350493"/>
                <a:gd name="csX3" fmla="*/ 750014 w 4859030"/>
                <a:gd name="csY3" fmla="*/ 1271706 h 2350493"/>
                <a:gd name="csX4" fmla="*/ 287677 w 4859030"/>
                <a:gd name="csY4" fmla="*/ 922385 h 2350493"/>
                <a:gd name="csX5" fmla="*/ 0 w 4859030"/>
                <a:gd name="csY5" fmla="*/ 2350493 h 2350493"/>
                <a:gd name="csX6" fmla="*/ 0 w 4859030"/>
                <a:gd name="csY6" fmla="*/ 2350493 h 2350493"/>
                <a:gd name="csX7" fmla="*/ 0 w 4859030"/>
                <a:gd name="csY7" fmla="*/ 2350493 h 2350493"/>
                <a:gd name="csX0" fmla="*/ 4859030 w 4859030"/>
                <a:gd name="csY0" fmla="*/ 517311 h 2338459"/>
                <a:gd name="csX1" fmla="*/ 3227542 w 4859030"/>
                <a:gd name="csY1" fmla="*/ 142916 h 2338459"/>
                <a:gd name="csX2" fmla="*/ 1466778 w 4859030"/>
                <a:gd name="csY2" fmla="*/ 68188 h 2338459"/>
                <a:gd name="csX3" fmla="*/ 618552 w 4859030"/>
                <a:gd name="csY3" fmla="*/ 1096732 h 2338459"/>
                <a:gd name="csX4" fmla="*/ 287677 w 4859030"/>
                <a:gd name="csY4" fmla="*/ 910351 h 2338459"/>
                <a:gd name="csX5" fmla="*/ 0 w 4859030"/>
                <a:gd name="csY5" fmla="*/ 2338459 h 2338459"/>
                <a:gd name="csX6" fmla="*/ 0 w 4859030"/>
                <a:gd name="csY6" fmla="*/ 2338459 h 2338459"/>
                <a:gd name="csX7" fmla="*/ 0 w 4859030"/>
                <a:gd name="csY7" fmla="*/ 2338459 h 233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859030" h="2338459">
                  <a:moveTo>
                    <a:pt x="4859030" y="517311"/>
                  </a:moveTo>
                  <a:cubicBezTo>
                    <a:pt x="4400651" y="277131"/>
                    <a:pt x="3792917" y="217770"/>
                    <a:pt x="3227542" y="142916"/>
                  </a:cubicBezTo>
                  <a:cubicBezTo>
                    <a:pt x="2662167" y="68062"/>
                    <a:pt x="1901610" y="-90781"/>
                    <a:pt x="1466778" y="68188"/>
                  </a:cubicBezTo>
                  <a:cubicBezTo>
                    <a:pt x="1031946" y="227157"/>
                    <a:pt x="815069" y="956372"/>
                    <a:pt x="618552" y="1096732"/>
                  </a:cubicBezTo>
                  <a:cubicBezTo>
                    <a:pt x="422035" y="1237092"/>
                    <a:pt x="390769" y="703397"/>
                    <a:pt x="287677" y="910351"/>
                  </a:cubicBezTo>
                  <a:cubicBezTo>
                    <a:pt x="184585" y="1117305"/>
                    <a:pt x="0" y="2338459"/>
                    <a:pt x="0" y="2338459"/>
                  </a:cubicBezTo>
                  <a:lnTo>
                    <a:pt x="0" y="2338459"/>
                  </a:lnTo>
                  <a:lnTo>
                    <a:pt x="0" y="2338459"/>
                  </a:lnTo>
                </a:path>
              </a:pathLst>
            </a:custGeom>
            <a:noFill/>
            <a:ln w="25400">
              <a:solidFill>
                <a:srgbClr val="0066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9FA591A1-8D77-BC89-C8C5-169DDD86CD4A}"/>
                </a:ext>
              </a:extLst>
            </p:cNvPr>
            <p:cNvSpPr txBox="1"/>
            <p:nvPr/>
          </p:nvSpPr>
          <p:spPr>
            <a:xfrm>
              <a:off x="5982009" y="2782669"/>
              <a:ext cx="1263840" cy="6463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kumimoji="1" lang="ja-JP" altLang="en-US" b="1" dirty="0">
                  <a:solidFill>
                    <a:srgbClr val="FF0000"/>
                  </a:solidFill>
                </a:rPr>
                <a:t>ー</a:t>
              </a:r>
              <a:r>
                <a:rPr kumimoji="1" lang="ja-JP" altLang="en-US" dirty="0"/>
                <a:t>：</a:t>
              </a:r>
              <a:r>
                <a:rPr kumimoji="1" lang="en-US" altLang="ja-JP" dirty="0"/>
                <a:t>CV</a:t>
              </a:r>
              <a:r>
                <a:rPr kumimoji="1" lang="ja-JP" altLang="en-US" dirty="0"/>
                <a:t>前</a:t>
              </a:r>
              <a:endParaRPr kumimoji="1" lang="en-US" altLang="ja-JP" dirty="0"/>
            </a:p>
            <a:p>
              <a:r>
                <a:rPr lang="ja-JP" altLang="en-US" b="1" dirty="0">
                  <a:solidFill>
                    <a:srgbClr val="0066FF"/>
                  </a:solidFill>
                </a:rPr>
                <a:t>ー</a:t>
              </a:r>
              <a:r>
                <a:rPr lang="ja-JP" altLang="en-US" dirty="0"/>
                <a:t>：</a:t>
              </a:r>
              <a:r>
                <a:rPr lang="en-US" altLang="ja-JP" dirty="0"/>
                <a:t>CV</a:t>
              </a:r>
              <a:r>
                <a:rPr lang="ja-JP" altLang="en-US" dirty="0"/>
                <a:t>後</a:t>
              </a:r>
              <a:endParaRPr kumimoji="1" lang="en-US" altLang="ja-JP" dirty="0"/>
            </a:p>
          </p:txBody>
        </p: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ED6BA82B-A788-0BE3-3D94-6805838887C3}"/>
                </a:ext>
              </a:extLst>
            </p:cNvPr>
            <p:cNvCxnSpPr>
              <a:cxnSpLocks/>
            </p:cNvCxnSpPr>
            <p:nvPr/>
          </p:nvCxnSpPr>
          <p:spPr>
            <a:xfrm>
              <a:off x="3016469" y="1599132"/>
              <a:ext cx="0" cy="2973337"/>
            </a:xfrm>
            <a:prstGeom prst="line">
              <a:avLst/>
            </a:prstGeom>
            <a:ln>
              <a:solidFill>
                <a:srgbClr val="00B05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5B564341-A82E-35EF-BA1D-592AA4E2A5A8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5638800" y="1492937"/>
              <a:ext cx="19970" cy="3041154"/>
            </a:xfrm>
            <a:prstGeom prst="line">
              <a:avLst/>
            </a:prstGeom>
            <a:ln>
              <a:solidFill>
                <a:srgbClr val="00B05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8E98B784-A304-CB29-24FC-0C76B9DC6671}"/>
                </a:ext>
              </a:extLst>
            </p:cNvPr>
            <p:cNvSpPr txBox="1"/>
            <p:nvPr/>
          </p:nvSpPr>
          <p:spPr>
            <a:xfrm>
              <a:off x="4270594" y="5150055"/>
              <a:ext cx="12754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dirty="0"/>
                <a:t>波長</a:t>
              </a:r>
              <a:r>
                <a:rPr kumimoji="1" lang="en-US" altLang="ja-JP" dirty="0"/>
                <a:t> (nm)</a:t>
              </a:r>
              <a:endParaRPr kumimoji="1" lang="ja-JP" altLang="en-US" dirty="0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96545980-9BA2-69AF-2275-33FEABA41CB1}"/>
                </a:ext>
              </a:extLst>
            </p:cNvPr>
            <p:cNvSpPr txBox="1"/>
            <p:nvPr/>
          </p:nvSpPr>
          <p:spPr>
            <a:xfrm>
              <a:off x="2564524" y="4583110"/>
              <a:ext cx="10615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380 nm</a:t>
              </a:r>
              <a:endParaRPr kumimoji="1" lang="ja-JP" altLang="en-US" dirty="0"/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020169BA-BE8A-58FC-5066-80AE3C63387C}"/>
                </a:ext>
              </a:extLst>
            </p:cNvPr>
            <p:cNvSpPr txBox="1"/>
            <p:nvPr/>
          </p:nvSpPr>
          <p:spPr>
            <a:xfrm>
              <a:off x="5108027" y="4565625"/>
              <a:ext cx="10615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/>
                <a:t>7</a:t>
              </a:r>
              <a:r>
                <a:rPr kumimoji="1" lang="en-US" altLang="ja-JP" dirty="0"/>
                <a:t>80 nm</a:t>
              </a:r>
              <a:endParaRPr kumimoji="1" lang="ja-JP" altLang="en-US" dirty="0"/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DC5177D4-2C5E-95B1-0BCC-162FF7D2F398}"/>
                </a:ext>
              </a:extLst>
            </p:cNvPr>
            <p:cNvSpPr txBox="1"/>
            <p:nvPr/>
          </p:nvSpPr>
          <p:spPr>
            <a:xfrm rot="16200000">
              <a:off x="1289208" y="2921167"/>
              <a:ext cx="13057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dirty="0"/>
                <a:t>透過率</a:t>
              </a:r>
              <a:r>
                <a:rPr lang="en-US" altLang="ja-JP" dirty="0"/>
                <a:t> (%)</a:t>
              </a:r>
              <a:endParaRPr kumimoji="1" lang="ja-JP" altLang="en-US" dirty="0"/>
            </a:p>
          </p:txBody>
        </p:sp>
        <p:sp>
          <p:nvSpPr>
            <p:cNvPr id="20" name="楕円 19">
              <a:extLst>
                <a:ext uri="{FF2B5EF4-FFF2-40B4-BE49-F238E27FC236}">
                  <a16:creationId xmlns:a16="http://schemas.microsoft.com/office/drawing/2014/main" id="{1ED6B66E-9366-7773-8860-D88D83D69B27}"/>
                </a:ext>
              </a:extLst>
            </p:cNvPr>
            <p:cNvSpPr/>
            <p:nvPr/>
          </p:nvSpPr>
          <p:spPr>
            <a:xfrm>
              <a:off x="2564524" y="4572469"/>
              <a:ext cx="1002689" cy="423636"/>
            </a:xfrm>
            <a:prstGeom prst="ellipse">
              <a:avLst/>
            </a:prstGeom>
            <a:noFill/>
            <a:ln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楕円 20">
              <a:extLst>
                <a:ext uri="{FF2B5EF4-FFF2-40B4-BE49-F238E27FC236}">
                  <a16:creationId xmlns:a16="http://schemas.microsoft.com/office/drawing/2014/main" id="{057A005F-5EC5-3AB2-EA2F-8A3E0C49C1AF}"/>
                </a:ext>
              </a:extLst>
            </p:cNvPr>
            <p:cNvSpPr/>
            <p:nvPr/>
          </p:nvSpPr>
          <p:spPr>
            <a:xfrm>
              <a:off x="5157425" y="4534091"/>
              <a:ext cx="1002689" cy="423636"/>
            </a:xfrm>
            <a:prstGeom prst="ellipse">
              <a:avLst/>
            </a:prstGeom>
            <a:noFill/>
            <a:ln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84684A40-5BF4-47EE-D22B-E55E43B0D93C}"/>
              </a:ext>
            </a:extLst>
          </p:cNvPr>
          <p:cNvGrpSpPr/>
          <p:nvPr/>
        </p:nvGrpSpPr>
        <p:grpSpPr>
          <a:xfrm>
            <a:off x="5963032" y="1166998"/>
            <a:ext cx="7199243" cy="4108650"/>
            <a:chOff x="-70959" y="1037349"/>
            <a:chExt cx="7199243" cy="4108650"/>
          </a:xfrm>
        </p:grpSpPr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E18AF27B-1067-2114-CFF0-E9D3528FAA34}"/>
                </a:ext>
              </a:extLst>
            </p:cNvPr>
            <p:cNvSpPr txBox="1"/>
            <p:nvPr/>
          </p:nvSpPr>
          <p:spPr>
            <a:xfrm>
              <a:off x="2555776" y="4776667"/>
              <a:ext cx="12754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dirty="0"/>
                <a:t>波長</a:t>
              </a:r>
              <a:r>
                <a:rPr kumimoji="1" lang="en-US" altLang="ja-JP" dirty="0"/>
                <a:t> (nm)</a:t>
              </a:r>
              <a:endParaRPr kumimoji="1" lang="ja-JP" altLang="en-US" dirty="0"/>
            </a:p>
          </p:txBody>
        </p: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73CBBFD4-3439-7197-8CDA-224D4F4085BD}"/>
                </a:ext>
              </a:extLst>
            </p:cNvPr>
            <p:cNvGrpSpPr/>
            <p:nvPr/>
          </p:nvGrpSpPr>
          <p:grpSpPr>
            <a:xfrm>
              <a:off x="-70959" y="1037349"/>
              <a:ext cx="7199243" cy="3719245"/>
              <a:chOff x="2991587" y="1150665"/>
              <a:chExt cx="7199243" cy="3719245"/>
            </a:xfrm>
          </p:grpSpPr>
          <p:sp>
            <p:nvSpPr>
              <p:cNvPr id="11" name="フリーフォーム: 図形 10">
                <a:extLst>
                  <a:ext uri="{FF2B5EF4-FFF2-40B4-BE49-F238E27FC236}">
                    <a16:creationId xmlns:a16="http://schemas.microsoft.com/office/drawing/2014/main" id="{7B997C30-1878-5CD1-EC99-8CAB02C4E2FA}"/>
                  </a:ext>
                </a:extLst>
              </p:cNvPr>
              <p:cNvSpPr/>
              <p:nvPr/>
            </p:nvSpPr>
            <p:spPr>
              <a:xfrm>
                <a:off x="3079723" y="1320611"/>
                <a:ext cx="7030800" cy="3296503"/>
              </a:xfrm>
              <a:custGeom>
                <a:avLst/>
                <a:gdLst>
                  <a:gd name="csX0" fmla="*/ 4695290 w 4695290"/>
                  <a:gd name="csY0" fmla="*/ 0 h 2578814"/>
                  <a:gd name="csX1" fmla="*/ 3359650 w 4695290"/>
                  <a:gd name="csY1" fmla="*/ 729466 h 2578814"/>
                  <a:gd name="csX2" fmla="*/ 1315092 w 4695290"/>
                  <a:gd name="csY2" fmla="*/ 113016 h 2578814"/>
                  <a:gd name="csX3" fmla="*/ 750014 w 4695290"/>
                  <a:gd name="csY3" fmla="*/ 1500027 h 2578814"/>
                  <a:gd name="csX4" fmla="*/ 287677 w 4695290"/>
                  <a:gd name="csY4" fmla="*/ 1150706 h 2578814"/>
                  <a:gd name="csX5" fmla="*/ 0 w 4695290"/>
                  <a:gd name="csY5" fmla="*/ 2578814 h 2578814"/>
                  <a:gd name="csX6" fmla="*/ 0 w 4695290"/>
                  <a:gd name="csY6" fmla="*/ 2578814 h 2578814"/>
                  <a:gd name="csX7" fmla="*/ 0 w 4695290"/>
                  <a:gd name="csY7" fmla="*/ 2578814 h 2578814"/>
                  <a:gd name="csX0" fmla="*/ 4695290 w 4695290"/>
                  <a:gd name="csY0" fmla="*/ 11919 h 2590733"/>
                  <a:gd name="csX1" fmla="*/ 3318554 w 4695290"/>
                  <a:gd name="csY1" fmla="*/ 53017 h 2590733"/>
                  <a:gd name="csX2" fmla="*/ 1315092 w 4695290"/>
                  <a:gd name="csY2" fmla="*/ 124935 h 2590733"/>
                  <a:gd name="csX3" fmla="*/ 750014 w 4695290"/>
                  <a:gd name="csY3" fmla="*/ 1511946 h 2590733"/>
                  <a:gd name="csX4" fmla="*/ 287677 w 4695290"/>
                  <a:gd name="csY4" fmla="*/ 1162625 h 2590733"/>
                  <a:gd name="csX5" fmla="*/ 0 w 4695290"/>
                  <a:gd name="csY5" fmla="*/ 2590733 h 2590733"/>
                  <a:gd name="csX6" fmla="*/ 0 w 4695290"/>
                  <a:gd name="csY6" fmla="*/ 2590733 h 2590733"/>
                  <a:gd name="csX7" fmla="*/ 0 w 4695290"/>
                  <a:gd name="csY7" fmla="*/ 2590733 h 2590733"/>
                  <a:gd name="csX0" fmla="*/ 4695290 w 4695290"/>
                  <a:gd name="csY0" fmla="*/ 17981 h 2596795"/>
                  <a:gd name="csX1" fmla="*/ 3318554 w 4695290"/>
                  <a:gd name="csY1" fmla="*/ 59079 h 2596795"/>
                  <a:gd name="csX2" fmla="*/ 1315092 w 4695290"/>
                  <a:gd name="csY2" fmla="*/ 130997 h 2596795"/>
                  <a:gd name="csX3" fmla="*/ 750014 w 4695290"/>
                  <a:gd name="csY3" fmla="*/ 1518008 h 2596795"/>
                  <a:gd name="csX4" fmla="*/ 287677 w 4695290"/>
                  <a:gd name="csY4" fmla="*/ 1168687 h 2596795"/>
                  <a:gd name="csX5" fmla="*/ 0 w 4695290"/>
                  <a:gd name="csY5" fmla="*/ 2596795 h 2596795"/>
                  <a:gd name="csX6" fmla="*/ 0 w 4695290"/>
                  <a:gd name="csY6" fmla="*/ 2596795 h 2596795"/>
                  <a:gd name="csX7" fmla="*/ 0 w 4695290"/>
                  <a:gd name="csY7" fmla="*/ 2596795 h 2596795"/>
                  <a:gd name="csX0" fmla="*/ 4818580 w 4818580"/>
                  <a:gd name="csY0" fmla="*/ 11920 h 2590734"/>
                  <a:gd name="csX1" fmla="*/ 3318554 w 4818580"/>
                  <a:gd name="csY1" fmla="*/ 53018 h 2590734"/>
                  <a:gd name="csX2" fmla="*/ 1315092 w 4818580"/>
                  <a:gd name="csY2" fmla="*/ 124936 h 2590734"/>
                  <a:gd name="csX3" fmla="*/ 750014 w 4818580"/>
                  <a:gd name="csY3" fmla="*/ 1511947 h 2590734"/>
                  <a:gd name="csX4" fmla="*/ 287677 w 4818580"/>
                  <a:gd name="csY4" fmla="*/ 1162626 h 2590734"/>
                  <a:gd name="csX5" fmla="*/ 0 w 4818580"/>
                  <a:gd name="csY5" fmla="*/ 2590734 h 2590734"/>
                  <a:gd name="csX6" fmla="*/ 0 w 4818580"/>
                  <a:gd name="csY6" fmla="*/ 2590734 h 2590734"/>
                  <a:gd name="csX7" fmla="*/ 0 w 4818580"/>
                  <a:gd name="csY7" fmla="*/ 2590734 h 2590734"/>
                  <a:gd name="csX0" fmla="*/ 4818580 w 4818580"/>
                  <a:gd name="csY0" fmla="*/ 11920 h 2590734"/>
                  <a:gd name="csX1" fmla="*/ 3318554 w 4818580"/>
                  <a:gd name="csY1" fmla="*/ 53018 h 2590734"/>
                  <a:gd name="csX2" fmla="*/ 1315092 w 4818580"/>
                  <a:gd name="csY2" fmla="*/ 124936 h 2590734"/>
                  <a:gd name="csX3" fmla="*/ 750014 w 4818580"/>
                  <a:gd name="csY3" fmla="*/ 1511947 h 2590734"/>
                  <a:gd name="csX4" fmla="*/ 287677 w 4818580"/>
                  <a:gd name="csY4" fmla="*/ 1162626 h 2590734"/>
                  <a:gd name="csX5" fmla="*/ 0 w 4818580"/>
                  <a:gd name="csY5" fmla="*/ 2590734 h 2590734"/>
                  <a:gd name="csX6" fmla="*/ 0 w 4818580"/>
                  <a:gd name="csY6" fmla="*/ 2590734 h 2590734"/>
                  <a:gd name="csX7" fmla="*/ 0 w 4818580"/>
                  <a:gd name="csY7" fmla="*/ 2590734 h 2590734"/>
                  <a:gd name="csX0" fmla="*/ 4859030 w 4859030"/>
                  <a:gd name="csY0" fmla="*/ 475105 h 2613984"/>
                  <a:gd name="csX1" fmla="*/ 3318554 w 4859030"/>
                  <a:gd name="csY1" fmla="*/ 76268 h 2613984"/>
                  <a:gd name="csX2" fmla="*/ 1315092 w 4859030"/>
                  <a:gd name="csY2" fmla="*/ 148186 h 2613984"/>
                  <a:gd name="csX3" fmla="*/ 750014 w 4859030"/>
                  <a:gd name="csY3" fmla="*/ 1535197 h 2613984"/>
                  <a:gd name="csX4" fmla="*/ 287677 w 4859030"/>
                  <a:gd name="csY4" fmla="*/ 1185876 h 2613984"/>
                  <a:gd name="csX5" fmla="*/ 0 w 4859030"/>
                  <a:gd name="csY5" fmla="*/ 2613984 h 2613984"/>
                  <a:gd name="csX6" fmla="*/ 0 w 4859030"/>
                  <a:gd name="csY6" fmla="*/ 2613984 h 2613984"/>
                  <a:gd name="csX7" fmla="*/ 0 w 4859030"/>
                  <a:gd name="csY7" fmla="*/ 2613984 h 2613984"/>
                  <a:gd name="csX0" fmla="*/ 4859030 w 4859030"/>
                  <a:gd name="csY0" fmla="*/ 475105 h 2613984"/>
                  <a:gd name="csX1" fmla="*/ 3318554 w 4859030"/>
                  <a:gd name="csY1" fmla="*/ 76268 h 2613984"/>
                  <a:gd name="csX2" fmla="*/ 1315092 w 4859030"/>
                  <a:gd name="csY2" fmla="*/ 148186 h 2613984"/>
                  <a:gd name="csX3" fmla="*/ 750014 w 4859030"/>
                  <a:gd name="csY3" fmla="*/ 1535197 h 2613984"/>
                  <a:gd name="csX4" fmla="*/ 287677 w 4859030"/>
                  <a:gd name="csY4" fmla="*/ 1185876 h 2613984"/>
                  <a:gd name="csX5" fmla="*/ 0 w 4859030"/>
                  <a:gd name="csY5" fmla="*/ 2613984 h 2613984"/>
                  <a:gd name="csX6" fmla="*/ 0 w 4859030"/>
                  <a:gd name="csY6" fmla="*/ 2613984 h 2613984"/>
                  <a:gd name="csX7" fmla="*/ 0 w 4859030"/>
                  <a:gd name="csY7" fmla="*/ 2613984 h 26139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4859030" h="2613984">
                    <a:moveTo>
                      <a:pt x="4859030" y="475105"/>
                    </a:moveTo>
                    <a:cubicBezTo>
                      <a:pt x="4400651" y="234925"/>
                      <a:pt x="3909210" y="130755"/>
                      <a:pt x="3318554" y="76268"/>
                    </a:cubicBezTo>
                    <a:cubicBezTo>
                      <a:pt x="2727898" y="21781"/>
                      <a:pt x="1743182" y="-94969"/>
                      <a:pt x="1315092" y="148186"/>
                    </a:cubicBezTo>
                    <a:cubicBezTo>
                      <a:pt x="887002" y="391341"/>
                      <a:pt x="921250" y="1362249"/>
                      <a:pt x="750014" y="1535197"/>
                    </a:cubicBezTo>
                    <a:cubicBezTo>
                      <a:pt x="578778" y="1708145"/>
                      <a:pt x="412679" y="1006078"/>
                      <a:pt x="287677" y="1185876"/>
                    </a:cubicBezTo>
                    <a:cubicBezTo>
                      <a:pt x="162675" y="1365674"/>
                      <a:pt x="0" y="2613984"/>
                      <a:pt x="0" y="2613984"/>
                    </a:cubicBezTo>
                    <a:lnTo>
                      <a:pt x="0" y="2613984"/>
                    </a:lnTo>
                    <a:lnTo>
                      <a:pt x="0" y="2613984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12" name="フリーフォーム: 図形 11">
                <a:extLst>
                  <a:ext uri="{FF2B5EF4-FFF2-40B4-BE49-F238E27FC236}">
                    <a16:creationId xmlns:a16="http://schemas.microsoft.com/office/drawing/2014/main" id="{BDA14238-8B67-F13F-A872-0CC5318BCBAA}"/>
                  </a:ext>
                </a:extLst>
              </p:cNvPr>
              <p:cNvSpPr/>
              <p:nvPr/>
            </p:nvSpPr>
            <p:spPr>
              <a:xfrm>
                <a:off x="3087382" y="1476870"/>
                <a:ext cx="7029231" cy="3066835"/>
              </a:xfrm>
              <a:custGeom>
                <a:avLst/>
                <a:gdLst>
                  <a:gd name="csX0" fmla="*/ 4695290 w 4695290"/>
                  <a:gd name="csY0" fmla="*/ 0 h 2578814"/>
                  <a:gd name="csX1" fmla="*/ 3359650 w 4695290"/>
                  <a:gd name="csY1" fmla="*/ 729466 h 2578814"/>
                  <a:gd name="csX2" fmla="*/ 1315092 w 4695290"/>
                  <a:gd name="csY2" fmla="*/ 113016 h 2578814"/>
                  <a:gd name="csX3" fmla="*/ 750014 w 4695290"/>
                  <a:gd name="csY3" fmla="*/ 1500027 h 2578814"/>
                  <a:gd name="csX4" fmla="*/ 287677 w 4695290"/>
                  <a:gd name="csY4" fmla="*/ 1150706 h 2578814"/>
                  <a:gd name="csX5" fmla="*/ 0 w 4695290"/>
                  <a:gd name="csY5" fmla="*/ 2578814 h 2578814"/>
                  <a:gd name="csX6" fmla="*/ 0 w 4695290"/>
                  <a:gd name="csY6" fmla="*/ 2578814 h 2578814"/>
                  <a:gd name="csX7" fmla="*/ 0 w 4695290"/>
                  <a:gd name="csY7" fmla="*/ 2578814 h 2578814"/>
                  <a:gd name="csX0" fmla="*/ 4695290 w 4695290"/>
                  <a:gd name="csY0" fmla="*/ 11919 h 2590733"/>
                  <a:gd name="csX1" fmla="*/ 3318554 w 4695290"/>
                  <a:gd name="csY1" fmla="*/ 53017 h 2590733"/>
                  <a:gd name="csX2" fmla="*/ 1315092 w 4695290"/>
                  <a:gd name="csY2" fmla="*/ 124935 h 2590733"/>
                  <a:gd name="csX3" fmla="*/ 750014 w 4695290"/>
                  <a:gd name="csY3" fmla="*/ 1511946 h 2590733"/>
                  <a:gd name="csX4" fmla="*/ 287677 w 4695290"/>
                  <a:gd name="csY4" fmla="*/ 1162625 h 2590733"/>
                  <a:gd name="csX5" fmla="*/ 0 w 4695290"/>
                  <a:gd name="csY5" fmla="*/ 2590733 h 2590733"/>
                  <a:gd name="csX6" fmla="*/ 0 w 4695290"/>
                  <a:gd name="csY6" fmla="*/ 2590733 h 2590733"/>
                  <a:gd name="csX7" fmla="*/ 0 w 4695290"/>
                  <a:gd name="csY7" fmla="*/ 2590733 h 2590733"/>
                  <a:gd name="csX0" fmla="*/ 4695290 w 4695290"/>
                  <a:gd name="csY0" fmla="*/ 17981 h 2596795"/>
                  <a:gd name="csX1" fmla="*/ 3318554 w 4695290"/>
                  <a:gd name="csY1" fmla="*/ 59079 h 2596795"/>
                  <a:gd name="csX2" fmla="*/ 1315092 w 4695290"/>
                  <a:gd name="csY2" fmla="*/ 130997 h 2596795"/>
                  <a:gd name="csX3" fmla="*/ 750014 w 4695290"/>
                  <a:gd name="csY3" fmla="*/ 1518008 h 2596795"/>
                  <a:gd name="csX4" fmla="*/ 287677 w 4695290"/>
                  <a:gd name="csY4" fmla="*/ 1168687 h 2596795"/>
                  <a:gd name="csX5" fmla="*/ 0 w 4695290"/>
                  <a:gd name="csY5" fmla="*/ 2596795 h 2596795"/>
                  <a:gd name="csX6" fmla="*/ 0 w 4695290"/>
                  <a:gd name="csY6" fmla="*/ 2596795 h 2596795"/>
                  <a:gd name="csX7" fmla="*/ 0 w 4695290"/>
                  <a:gd name="csY7" fmla="*/ 2596795 h 2596795"/>
                  <a:gd name="csX0" fmla="*/ 4818580 w 4818580"/>
                  <a:gd name="csY0" fmla="*/ 11920 h 2590734"/>
                  <a:gd name="csX1" fmla="*/ 3318554 w 4818580"/>
                  <a:gd name="csY1" fmla="*/ 53018 h 2590734"/>
                  <a:gd name="csX2" fmla="*/ 1315092 w 4818580"/>
                  <a:gd name="csY2" fmla="*/ 124936 h 2590734"/>
                  <a:gd name="csX3" fmla="*/ 750014 w 4818580"/>
                  <a:gd name="csY3" fmla="*/ 1511947 h 2590734"/>
                  <a:gd name="csX4" fmla="*/ 287677 w 4818580"/>
                  <a:gd name="csY4" fmla="*/ 1162626 h 2590734"/>
                  <a:gd name="csX5" fmla="*/ 0 w 4818580"/>
                  <a:gd name="csY5" fmla="*/ 2590734 h 2590734"/>
                  <a:gd name="csX6" fmla="*/ 0 w 4818580"/>
                  <a:gd name="csY6" fmla="*/ 2590734 h 2590734"/>
                  <a:gd name="csX7" fmla="*/ 0 w 4818580"/>
                  <a:gd name="csY7" fmla="*/ 2590734 h 2590734"/>
                  <a:gd name="csX0" fmla="*/ 4818580 w 4818580"/>
                  <a:gd name="csY0" fmla="*/ 11920 h 2590734"/>
                  <a:gd name="csX1" fmla="*/ 3318554 w 4818580"/>
                  <a:gd name="csY1" fmla="*/ 53018 h 2590734"/>
                  <a:gd name="csX2" fmla="*/ 1315092 w 4818580"/>
                  <a:gd name="csY2" fmla="*/ 124936 h 2590734"/>
                  <a:gd name="csX3" fmla="*/ 750014 w 4818580"/>
                  <a:gd name="csY3" fmla="*/ 1511947 h 2590734"/>
                  <a:gd name="csX4" fmla="*/ 287677 w 4818580"/>
                  <a:gd name="csY4" fmla="*/ 1162626 h 2590734"/>
                  <a:gd name="csX5" fmla="*/ 0 w 4818580"/>
                  <a:gd name="csY5" fmla="*/ 2590734 h 2590734"/>
                  <a:gd name="csX6" fmla="*/ 0 w 4818580"/>
                  <a:gd name="csY6" fmla="*/ 2590734 h 2590734"/>
                  <a:gd name="csX7" fmla="*/ 0 w 4818580"/>
                  <a:gd name="csY7" fmla="*/ 2590734 h 2590734"/>
                  <a:gd name="csX0" fmla="*/ 4859030 w 4859030"/>
                  <a:gd name="csY0" fmla="*/ 475105 h 2613984"/>
                  <a:gd name="csX1" fmla="*/ 3318554 w 4859030"/>
                  <a:gd name="csY1" fmla="*/ 76268 h 2613984"/>
                  <a:gd name="csX2" fmla="*/ 1315092 w 4859030"/>
                  <a:gd name="csY2" fmla="*/ 148186 h 2613984"/>
                  <a:gd name="csX3" fmla="*/ 750014 w 4859030"/>
                  <a:gd name="csY3" fmla="*/ 1535197 h 2613984"/>
                  <a:gd name="csX4" fmla="*/ 287677 w 4859030"/>
                  <a:gd name="csY4" fmla="*/ 1185876 h 2613984"/>
                  <a:gd name="csX5" fmla="*/ 0 w 4859030"/>
                  <a:gd name="csY5" fmla="*/ 2613984 h 2613984"/>
                  <a:gd name="csX6" fmla="*/ 0 w 4859030"/>
                  <a:gd name="csY6" fmla="*/ 2613984 h 2613984"/>
                  <a:gd name="csX7" fmla="*/ 0 w 4859030"/>
                  <a:gd name="csY7" fmla="*/ 2613984 h 2613984"/>
                  <a:gd name="csX0" fmla="*/ 4859030 w 4859030"/>
                  <a:gd name="csY0" fmla="*/ 475105 h 2613984"/>
                  <a:gd name="csX1" fmla="*/ 3318554 w 4859030"/>
                  <a:gd name="csY1" fmla="*/ 76268 h 2613984"/>
                  <a:gd name="csX2" fmla="*/ 1315092 w 4859030"/>
                  <a:gd name="csY2" fmla="*/ 148186 h 2613984"/>
                  <a:gd name="csX3" fmla="*/ 750014 w 4859030"/>
                  <a:gd name="csY3" fmla="*/ 1535197 h 2613984"/>
                  <a:gd name="csX4" fmla="*/ 287677 w 4859030"/>
                  <a:gd name="csY4" fmla="*/ 1185876 h 2613984"/>
                  <a:gd name="csX5" fmla="*/ 0 w 4859030"/>
                  <a:gd name="csY5" fmla="*/ 2613984 h 2613984"/>
                  <a:gd name="csX6" fmla="*/ 0 w 4859030"/>
                  <a:gd name="csY6" fmla="*/ 2613984 h 2613984"/>
                  <a:gd name="csX7" fmla="*/ 0 w 4859030"/>
                  <a:gd name="csY7" fmla="*/ 2613984 h 2613984"/>
                  <a:gd name="csX0" fmla="*/ 4859030 w 4859030"/>
                  <a:gd name="csY0" fmla="*/ 375768 h 2514647"/>
                  <a:gd name="csX1" fmla="*/ 3227542 w 4859030"/>
                  <a:gd name="csY1" fmla="*/ 319104 h 2514647"/>
                  <a:gd name="csX2" fmla="*/ 1315092 w 4859030"/>
                  <a:gd name="csY2" fmla="*/ 48849 h 2514647"/>
                  <a:gd name="csX3" fmla="*/ 750014 w 4859030"/>
                  <a:gd name="csY3" fmla="*/ 1435860 h 2514647"/>
                  <a:gd name="csX4" fmla="*/ 287677 w 4859030"/>
                  <a:gd name="csY4" fmla="*/ 1086539 h 2514647"/>
                  <a:gd name="csX5" fmla="*/ 0 w 4859030"/>
                  <a:gd name="csY5" fmla="*/ 2514647 h 2514647"/>
                  <a:gd name="csX6" fmla="*/ 0 w 4859030"/>
                  <a:gd name="csY6" fmla="*/ 2514647 h 2514647"/>
                  <a:gd name="csX7" fmla="*/ 0 w 4859030"/>
                  <a:gd name="csY7" fmla="*/ 2514647 h 2514647"/>
                  <a:gd name="csX0" fmla="*/ 4859030 w 4859030"/>
                  <a:gd name="csY0" fmla="*/ 698350 h 2519498"/>
                  <a:gd name="csX1" fmla="*/ 3227542 w 4859030"/>
                  <a:gd name="csY1" fmla="*/ 323955 h 2519498"/>
                  <a:gd name="csX2" fmla="*/ 1315092 w 4859030"/>
                  <a:gd name="csY2" fmla="*/ 53700 h 2519498"/>
                  <a:gd name="csX3" fmla="*/ 750014 w 4859030"/>
                  <a:gd name="csY3" fmla="*/ 1440711 h 2519498"/>
                  <a:gd name="csX4" fmla="*/ 287677 w 4859030"/>
                  <a:gd name="csY4" fmla="*/ 1091390 h 2519498"/>
                  <a:gd name="csX5" fmla="*/ 0 w 4859030"/>
                  <a:gd name="csY5" fmla="*/ 2519498 h 2519498"/>
                  <a:gd name="csX6" fmla="*/ 0 w 4859030"/>
                  <a:gd name="csY6" fmla="*/ 2519498 h 2519498"/>
                  <a:gd name="csX7" fmla="*/ 0 w 4859030"/>
                  <a:gd name="csY7" fmla="*/ 2519498 h 2519498"/>
                  <a:gd name="csX0" fmla="*/ 4859030 w 4859030"/>
                  <a:gd name="csY0" fmla="*/ 529345 h 2350493"/>
                  <a:gd name="csX1" fmla="*/ 3227542 w 4859030"/>
                  <a:gd name="csY1" fmla="*/ 154950 h 2350493"/>
                  <a:gd name="csX2" fmla="*/ 1466778 w 4859030"/>
                  <a:gd name="csY2" fmla="*/ 80222 h 2350493"/>
                  <a:gd name="csX3" fmla="*/ 750014 w 4859030"/>
                  <a:gd name="csY3" fmla="*/ 1271706 h 2350493"/>
                  <a:gd name="csX4" fmla="*/ 287677 w 4859030"/>
                  <a:gd name="csY4" fmla="*/ 922385 h 2350493"/>
                  <a:gd name="csX5" fmla="*/ 0 w 4859030"/>
                  <a:gd name="csY5" fmla="*/ 2350493 h 2350493"/>
                  <a:gd name="csX6" fmla="*/ 0 w 4859030"/>
                  <a:gd name="csY6" fmla="*/ 2350493 h 2350493"/>
                  <a:gd name="csX7" fmla="*/ 0 w 4859030"/>
                  <a:gd name="csY7" fmla="*/ 2350493 h 2350493"/>
                  <a:gd name="csX0" fmla="*/ 4859030 w 4859030"/>
                  <a:gd name="csY0" fmla="*/ 517311 h 2338459"/>
                  <a:gd name="csX1" fmla="*/ 3227542 w 4859030"/>
                  <a:gd name="csY1" fmla="*/ 142916 h 2338459"/>
                  <a:gd name="csX2" fmla="*/ 1466778 w 4859030"/>
                  <a:gd name="csY2" fmla="*/ 68188 h 2338459"/>
                  <a:gd name="csX3" fmla="*/ 618552 w 4859030"/>
                  <a:gd name="csY3" fmla="*/ 1096732 h 2338459"/>
                  <a:gd name="csX4" fmla="*/ 287677 w 4859030"/>
                  <a:gd name="csY4" fmla="*/ 910351 h 2338459"/>
                  <a:gd name="csX5" fmla="*/ 0 w 4859030"/>
                  <a:gd name="csY5" fmla="*/ 2338459 h 2338459"/>
                  <a:gd name="csX6" fmla="*/ 0 w 4859030"/>
                  <a:gd name="csY6" fmla="*/ 2338459 h 2338459"/>
                  <a:gd name="csX7" fmla="*/ 0 w 4859030"/>
                  <a:gd name="csY7" fmla="*/ 2338459 h 23384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4859030" h="2338459">
                    <a:moveTo>
                      <a:pt x="4859030" y="517311"/>
                    </a:moveTo>
                    <a:cubicBezTo>
                      <a:pt x="4400651" y="277131"/>
                      <a:pt x="3792917" y="217770"/>
                      <a:pt x="3227542" y="142916"/>
                    </a:cubicBezTo>
                    <a:cubicBezTo>
                      <a:pt x="2662167" y="68062"/>
                      <a:pt x="1901610" y="-90781"/>
                      <a:pt x="1466778" y="68188"/>
                    </a:cubicBezTo>
                    <a:cubicBezTo>
                      <a:pt x="1031946" y="227157"/>
                      <a:pt x="815069" y="956372"/>
                      <a:pt x="618552" y="1096732"/>
                    </a:cubicBezTo>
                    <a:cubicBezTo>
                      <a:pt x="422035" y="1237092"/>
                      <a:pt x="390769" y="703397"/>
                      <a:pt x="287677" y="910351"/>
                    </a:cubicBezTo>
                    <a:cubicBezTo>
                      <a:pt x="184585" y="1117305"/>
                      <a:pt x="0" y="2338459"/>
                      <a:pt x="0" y="2338459"/>
                    </a:cubicBezTo>
                    <a:lnTo>
                      <a:pt x="0" y="2338459"/>
                    </a:lnTo>
                    <a:lnTo>
                      <a:pt x="0" y="2338459"/>
                    </a:lnTo>
                  </a:path>
                </a:pathLst>
              </a:custGeom>
              <a:noFill/>
              <a:ln w="25400">
                <a:solidFill>
                  <a:srgbClr val="0066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正方形/長方形 13">
                <a:extLst>
                  <a:ext uri="{FF2B5EF4-FFF2-40B4-BE49-F238E27FC236}">
                    <a16:creationId xmlns:a16="http://schemas.microsoft.com/office/drawing/2014/main" id="{321EF077-A53B-17F6-8C5C-68452CF2F436}"/>
                  </a:ext>
                </a:extLst>
              </p:cNvPr>
              <p:cNvSpPr/>
              <p:nvPr/>
            </p:nvSpPr>
            <p:spPr>
              <a:xfrm rot="16200000">
                <a:off x="2354143" y="3170922"/>
                <a:ext cx="2336432" cy="106154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10208713-FD3A-7285-449C-B3DB71CEEEED}"/>
                  </a:ext>
                </a:extLst>
              </p:cNvPr>
              <p:cNvSpPr txBox="1"/>
              <p:nvPr/>
            </p:nvSpPr>
            <p:spPr>
              <a:xfrm>
                <a:off x="5488570" y="1924267"/>
                <a:ext cx="1263840" cy="64633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ja-JP" altLang="en-US" b="1" dirty="0">
                    <a:solidFill>
                      <a:srgbClr val="FF0000"/>
                    </a:solidFill>
                  </a:rPr>
                  <a:t>ー</a:t>
                </a:r>
                <a:r>
                  <a:rPr kumimoji="1" lang="ja-JP" altLang="en-US" dirty="0"/>
                  <a:t>：</a:t>
                </a:r>
                <a:r>
                  <a:rPr kumimoji="1" lang="en-US" altLang="ja-JP" dirty="0"/>
                  <a:t>CV</a:t>
                </a:r>
                <a:r>
                  <a:rPr kumimoji="1" lang="ja-JP" altLang="en-US" dirty="0"/>
                  <a:t>前</a:t>
                </a:r>
                <a:endParaRPr kumimoji="1" lang="en-US" altLang="ja-JP" dirty="0"/>
              </a:p>
              <a:p>
                <a:r>
                  <a:rPr lang="ja-JP" altLang="en-US" b="1" dirty="0">
                    <a:solidFill>
                      <a:srgbClr val="0066FF"/>
                    </a:solidFill>
                  </a:rPr>
                  <a:t>ー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CV</a:t>
                </a:r>
                <a:r>
                  <a:rPr lang="ja-JP" altLang="en-US" dirty="0"/>
                  <a:t>後</a:t>
                </a:r>
                <a:endParaRPr kumimoji="1" lang="en-US" altLang="ja-JP" dirty="0"/>
              </a:p>
            </p:txBody>
          </p:sp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0438EE8F-A752-59C7-936F-6DD936CAD0BA}"/>
                  </a:ext>
                </a:extLst>
              </p:cNvPr>
              <p:cNvSpPr txBox="1"/>
              <p:nvPr/>
            </p:nvSpPr>
            <p:spPr>
              <a:xfrm>
                <a:off x="3635952" y="4377319"/>
                <a:ext cx="10615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dirty="0"/>
                  <a:t>380 nm</a:t>
                </a:r>
                <a:endParaRPr kumimoji="1" lang="ja-JP" altLang="en-US" dirty="0"/>
              </a:p>
            </p:txBody>
          </p:sp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B049CE15-EAFD-E36D-A2A1-85EE4BBF3BC8}"/>
                  </a:ext>
                </a:extLst>
              </p:cNvPr>
              <p:cNvSpPr txBox="1"/>
              <p:nvPr/>
            </p:nvSpPr>
            <p:spPr>
              <a:xfrm>
                <a:off x="7582055" y="4390441"/>
                <a:ext cx="10615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dirty="0"/>
                  <a:t>7</a:t>
                </a:r>
                <a:r>
                  <a:rPr kumimoji="1" lang="en-US" altLang="ja-JP" dirty="0"/>
                  <a:t>80 nm</a:t>
                </a:r>
                <a:endParaRPr kumimoji="1" lang="ja-JP" altLang="en-US" dirty="0"/>
              </a:p>
            </p:txBody>
          </p:sp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AB63EB07-194B-6536-7E77-ED8B660147EF}"/>
                  </a:ext>
                </a:extLst>
              </p:cNvPr>
              <p:cNvSpPr txBox="1"/>
              <p:nvPr/>
            </p:nvSpPr>
            <p:spPr>
              <a:xfrm rot="16200000">
                <a:off x="2711602" y="2735392"/>
                <a:ext cx="13057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ja-JP" altLang="en-US" dirty="0"/>
                  <a:t>透過率</a:t>
                </a:r>
                <a:r>
                  <a:rPr lang="en-US" altLang="ja-JP" dirty="0"/>
                  <a:t> (%)</a:t>
                </a:r>
                <a:endParaRPr kumimoji="1" lang="ja-JP" altLang="en-US" dirty="0"/>
              </a:p>
            </p:txBody>
          </p:sp>
          <p:sp>
            <p:nvSpPr>
              <p:cNvPr id="25" name="楕円 24">
                <a:extLst>
                  <a:ext uri="{FF2B5EF4-FFF2-40B4-BE49-F238E27FC236}">
                    <a16:creationId xmlns:a16="http://schemas.microsoft.com/office/drawing/2014/main" id="{95425DCE-A1F4-B13D-BAA6-2A69C9B876A1}"/>
                  </a:ext>
                </a:extLst>
              </p:cNvPr>
              <p:cNvSpPr/>
              <p:nvPr/>
            </p:nvSpPr>
            <p:spPr>
              <a:xfrm>
                <a:off x="3626494" y="4376614"/>
                <a:ext cx="1002689" cy="423636"/>
              </a:xfrm>
              <a:prstGeom prst="ellipse">
                <a:avLst/>
              </a:prstGeom>
              <a:noFill/>
              <a:ln>
                <a:solidFill>
                  <a:srgbClr val="00B05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6" name="楕円 25">
                <a:extLst>
                  <a:ext uri="{FF2B5EF4-FFF2-40B4-BE49-F238E27FC236}">
                    <a16:creationId xmlns:a16="http://schemas.microsoft.com/office/drawing/2014/main" id="{820C98D3-248A-7540-0B3B-5E4F87739BAA}"/>
                  </a:ext>
                </a:extLst>
              </p:cNvPr>
              <p:cNvSpPr/>
              <p:nvPr/>
            </p:nvSpPr>
            <p:spPr>
              <a:xfrm>
                <a:off x="7575855" y="4347268"/>
                <a:ext cx="1002689" cy="423636"/>
              </a:xfrm>
              <a:prstGeom prst="ellipse">
                <a:avLst/>
              </a:prstGeom>
              <a:noFill/>
              <a:ln>
                <a:solidFill>
                  <a:srgbClr val="00B05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7" name="正方形/長方形 26">
                <a:extLst>
                  <a:ext uri="{FF2B5EF4-FFF2-40B4-BE49-F238E27FC236}">
                    <a16:creationId xmlns:a16="http://schemas.microsoft.com/office/drawing/2014/main" id="{7AE1DD19-0B25-4C97-9D7C-4C6DD0D6A649}"/>
                  </a:ext>
                </a:extLst>
              </p:cNvPr>
              <p:cNvSpPr/>
              <p:nvPr/>
            </p:nvSpPr>
            <p:spPr>
              <a:xfrm>
                <a:off x="8057230" y="1293734"/>
                <a:ext cx="2133600" cy="9536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080808A2-59E6-68B4-9DC2-61B3310209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57230" y="1329068"/>
                <a:ext cx="19970" cy="3041154"/>
              </a:xfrm>
              <a:prstGeom prst="line">
                <a:avLst/>
              </a:prstGeom>
              <a:ln>
                <a:solidFill>
                  <a:srgbClr val="00B05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正方形/長方形 28">
                <a:extLst>
                  <a:ext uri="{FF2B5EF4-FFF2-40B4-BE49-F238E27FC236}">
                    <a16:creationId xmlns:a16="http://schemas.microsoft.com/office/drawing/2014/main" id="{C0E93B14-FAE3-AE4F-2EC7-1097146F1FC6}"/>
                  </a:ext>
                </a:extLst>
              </p:cNvPr>
              <p:cNvSpPr/>
              <p:nvPr/>
            </p:nvSpPr>
            <p:spPr>
              <a:xfrm>
                <a:off x="3544851" y="1150665"/>
                <a:ext cx="5098749" cy="371924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2000"/>
              </a:p>
            </p:txBody>
          </p:sp>
          <p:cxnSp>
            <p:nvCxnSpPr>
              <p:cNvPr id="30" name="直線コネクタ 29">
                <a:extLst>
                  <a:ext uri="{FF2B5EF4-FFF2-40B4-BE49-F238E27FC236}">
                    <a16:creationId xmlns:a16="http://schemas.microsoft.com/office/drawing/2014/main" id="{CF198212-9691-4334-5C77-AAE877EA6B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7944" y="1362977"/>
                <a:ext cx="0" cy="2973337"/>
              </a:xfrm>
              <a:prstGeom prst="line">
                <a:avLst/>
              </a:prstGeom>
              <a:ln>
                <a:solidFill>
                  <a:srgbClr val="00B05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52608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B435C883-4DCB-2D59-44DA-931F218677A1}"/>
              </a:ext>
            </a:extLst>
          </p:cNvPr>
          <p:cNvGrpSpPr/>
          <p:nvPr/>
        </p:nvGrpSpPr>
        <p:grpSpPr>
          <a:xfrm>
            <a:off x="2497836" y="468723"/>
            <a:ext cx="7196328" cy="5657757"/>
            <a:chOff x="2497836" y="468723"/>
            <a:chExt cx="7196328" cy="5657757"/>
          </a:xfrm>
        </p:grpSpPr>
        <p:pic>
          <p:nvPicPr>
            <p:cNvPr id="3" name="図 2" descr="グラフ, 折れ線グラフ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D5718C3F-2044-32FC-6F69-B8D141BE4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97836" y="731520"/>
              <a:ext cx="7196328" cy="539496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テキスト ボックス 3">
                  <a:extLst>
                    <a:ext uri="{FF2B5EF4-FFF2-40B4-BE49-F238E27FC236}">
                      <a16:creationId xmlns:a16="http://schemas.microsoft.com/office/drawing/2014/main" id="{1E6C8D1B-7C93-20AB-7AB9-62075A0E4F44}"/>
                    </a:ext>
                  </a:extLst>
                </p:cNvPr>
                <p:cNvSpPr txBox="1"/>
                <p:nvPr/>
              </p:nvSpPr>
              <p:spPr>
                <a:xfrm>
                  <a:off x="3041151" y="468723"/>
                  <a:ext cx="472611" cy="5255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kumimoji="1" lang="en-US" altLang="ja-JP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p>
                              <m:sSupPr>
                                <m:ctrlP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−5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kumimoji="1" lang="en-US" altLang="ja-JP" sz="1400" b="0" dirty="0">
                    <a:ea typeface="Cambria Math" panose="02040503050406030204" pitchFamily="18" charset="0"/>
                  </a:endParaRPr>
                </a:p>
                <a:p>
                  <a:endParaRPr kumimoji="1" lang="ja-JP" altLang="en-US" sz="1400" dirty="0"/>
                </a:p>
              </p:txBody>
            </p:sp>
          </mc:Choice>
          <mc:Fallback xmlns="">
            <p:sp>
              <p:nvSpPr>
                <p:cNvPr id="4" name="テキスト ボックス 3">
                  <a:extLst>
                    <a:ext uri="{FF2B5EF4-FFF2-40B4-BE49-F238E27FC236}">
                      <a16:creationId xmlns:a16="http://schemas.microsoft.com/office/drawing/2014/main" id="{1E6C8D1B-7C93-20AB-7AB9-62075A0E4F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1151" y="468723"/>
                  <a:ext cx="472611" cy="525593"/>
                </a:xfrm>
                <a:prstGeom prst="rect">
                  <a:avLst/>
                </a:prstGeom>
                <a:blipFill>
                  <a:blip r:embed="rId3"/>
                  <a:stretch>
                    <a:fillRect r="-571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40958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C16E52-181B-C002-6289-21A0184DE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ED9A4EC3-B36F-2A9D-F31C-004857BF19BA}"/>
              </a:ext>
            </a:extLst>
          </p:cNvPr>
          <p:cNvGrpSpPr/>
          <p:nvPr/>
        </p:nvGrpSpPr>
        <p:grpSpPr>
          <a:xfrm>
            <a:off x="454407" y="1448656"/>
            <a:ext cx="4002904" cy="5076688"/>
            <a:chOff x="454407" y="1448656"/>
            <a:chExt cx="4002904" cy="5076688"/>
          </a:xfrm>
        </p:grpSpPr>
        <p:sp>
          <p:nvSpPr>
            <p:cNvPr id="4" name="楕円 3">
              <a:extLst>
                <a:ext uri="{FF2B5EF4-FFF2-40B4-BE49-F238E27FC236}">
                  <a16:creationId xmlns:a16="http://schemas.microsoft.com/office/drawing/2014/main" id="{AE157622-414D-688D-F291-F3B2EE366D98}"/>
                </a:ext>
              </a:extLst>
            </p:cNvPr>
            <p:cNvSpPr/>
            <p:nvPr/>
          </p:nvSpPr>
          <p:spPr>
            <a:xfrm>
              <a:off x="1679371" y="1448656"/>
              <a:ext cx="1716691" cy="171669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楕円 2">
              <a:extLst>
                <a:ext uri="{FF2B5EF4-FFF2-40B4-BE49-F238E27FC236}">
                  <a16:creationId xmlns:a16="http://schemas.microsoft.com/office/drawing/2014/main" id="{812874EE-C35C-F453-181D-AE8E42B72A5A}"/>
                </a:ext>
              </a:extLst>
            </p:cNvPr>
            <p:cNvSpPr/>
            <p:nvPr/>
          </p:nvSpPr>
          <p:spPr>
            <a:xfrm>
              <a:off x="2126750" y="1896035"/>
              <a:ext cx="821932" cy="8219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B9344EC1-067C-5F87-48AE-4C9FCAF65EF5}"/>
                </a:ext>
              </a:extLst>
            </p:cNvPr>
            <p:cNvSpPr/>
            <p:nvPr/>
          </p:nvSpPr>
          <p:spPr>
            <a:xfrm>
              <a:off x="2279918" y="2049203"/>
              <a:ext cx="515596" cy="515596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908C20A4-56F7-560B-9AE4-1062E6F6C32F}"/>
                </a:ext>
              </a:extLst>
            </p:cNvPr>
            <p:cNvSpPr/>
            <p:nvPr/>
          </p:nvSpPr>
          <p:spPr>
            <a:xfrm>
              <a:off x="1166116" y="3551319"/>
              <a:ext cx="2743200" cy="442220"/>
            </a:xfrm>
            <a:custGeom>
              <a:avLst/>
              <a:gdLst>
                <a:gd name="csX0" fmla="*/ 1145628 w 2743200"/>
                <a:gd name="csY0" fmla="*/ 0 h 442220"/>
                <a:gd name="csX1" fmla="*/ 1597573 w 2743200"/>
                <a:gd name="csY1" fmla="*/ 0 h 442220"/>
                <a:gd name="csX2" fmla="*/ 1597573 w 2743200"/>
                <a:gd name="csY2" fmla="*/ 210992 h 442220"/>
                <a:gd name="csX3" fmla="*/ 2743200 w 2743200"/>
                <a:gd name="csY3" fmla="*/ 210992 h 442220"/>
                <a:gd name="csX4" fmla="*/ 2743200 w 2743200"/>
                <a:gd name="csY4" fmla="*/ 442220 h 442220"/>
                <a:gd name="csX5" fmla="*/ 0 w 2743200"/>
                <a:gd name="csY5" fmla="*/ 442220 h 442220"/>
                <a:gd name="csX6" fmla="*/ 0 w 2743200"/>
                <a:gd name="csY6" fmla="*/ 210992 h 442220"/>
                <a:gd name="csX7" fmla="*/ 1145628 w 2743200"/>
                <a:gd name="csY7" fmla="*/ 210992 h 4422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743200" h="442220">
                  <a:moveTo>
                    <a:pt x="1145628" y="0"/>
                  </a:moveTo>
                  <a:lnTo>
                    <a:pt x="1597573" y="0"/>
                  </a:lnTo>
                  <a:lnTo>
                    <a:pt x="1597573" y="210992"/>
                  </a:lnTo>
                  <a:lnTo>
                    <a:pt x="2743200" y="210992"/>
                  </a:lnTo>
                  <a:lnTo>
                    <a:pt x="2743200" y="442220"/>
                  </a:lnTo>
                  <a:lnTo>
                    <a:pt x="0" y="442220"/>
                  </a:lnTo>
                  <a:lnTo>
                    <a:pt x="0" y="210992"/>
                  </a:lnTo>
                  <a:lnTo>
                    <a:pt x="1145628" y="210992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84C06DC6-F73D-CF9B-4EDB-8EB9476C15E5}"/>
                </a:ext>
              </a:extLst>
            </p:cNvPr>
            <p:cNvSpPr/>
            <p:nvPr/>
          </p:nvSpPr>
          <p:spPr>
            <a:xfrm>
              <a:off x="1679370" y="3993539"/>
              <a:ext cx="1716691" cy="149246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91A9A8D8-8E3A-8B8D-B697-34326A56AA60}"/>
                </a:ext>
              </a:extLst>
            </p:cNvPr>
            <p:cNvSpPr/>
            <p:nvPr/>
          </p:nvSpPr>
          <p:spPr>
            <a:xfrm>
              <a:off x="2126750" y="4596309"/>
              <a:ext cx="821932" cy="889698"/>
            </a:xfrm>
            <a:custGeom>
              <a:avLst/>
              <a:gdLst>
                <a:gd name="csX0" fmla="*/ 0 w 821932"/>
                <a:gd name="csY0" fmla="*/ 0 h 889698"/>
                <a:gd name="csX1" fmla="*/ 821932 w 821932"/>
                <a:gd name="csY1" fmla="*/ 0 h 889698"/>
                <a:gd name="csX2" fmla="*/ 821932 w 821932"/>
                <a:gd name="csY2" fmla="*/ 286928 h 889698"/>
                <a:gd name="csX3" fmla="*/ 668764 w 821932"/>
                <a:gd name="csY3" fmla="*/ 286928 h 889698"/>
                <a:gd name="csX4" fmla="*/ 668764 w 821932"/>
                <a:gd name="csY4" fmla="*/ 889698 h 889698"/>
                <a:gd name="csX5" fmla="*/ 153167 w 821932"/>
                <a:gd name="csY5" fmla="*/ 889698 h 889698"/>
                <a:gd name="csX6" fmla="*/ 153167 w 821932"/>
                <a:gd name="csY6" fmla="*/ 286928 h 889698"/>
                <a:gd name="csX7" fmla="*/ 0 w 821932"/>
                <a:gd name="csY7" fmla="*/ 286928 h 8896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821932" h="889698">
                  <a:moveTo>
                    <a:pt x="0" y="0"/>
                  </a:moveTo>
                  <a:lnTo>
                    <a:pt x="821932" y="0"/>
                  </a:lnTo>
                  <a:lnTo>
                    <a:pt x="821932" y="286928"/>
                  </a:lnTo>
                  <a:lnTo>
                    <a:pt x="668764" y="286928"/>
                  </a:lnTo>
                  <a:lnTo>
                    <a:pt x="668764" y="889698"/>
                  </a:lnTo>
                  <a:lnTo>
                    <a:pt x="153167" y="889698"/>
                  </a:lnTo>
                  <a:lnTo>
                    <a:pt x="153167" y="286928"/>
                  </a:lnTo>
                  <a:lnTo>
                    <a:pt x="0" y="286928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3935F889-EDA5-8E5B-9C4E-408ED0DC7FFA}"/>
                </a:ext>
              </a:extLst>
            </p:cNvPr>
            <p:cNvSpPr/>
            <p:nvPr/>
          </p:nvSpPr>
          <p:spPr>
            <a:xfrm>
              <a:off x="2238171" y="4365080"/>
              <a:ext cx="599090" cy="23122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EE5D7DE7-B499-1741-1F31-4B6EE01DCCD2}"/>
                </a:ext>
              </a:extLst>
            </p:cNvPr>
            <p:cNvSpPr/>
            <p:nvPr/>
          </p:nvSpPr>
          <p:spPr>
            <a:xfrm>
              <a:off x="2279918" y="4214648"/>
              <a:ext cx="515596" cy="1504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9A73F34B-ABE3-37C4-9B80-8716D69483E6}"/>
                </a:ext>
              </a:extLst>
            </p:cNvPr>
            <p:cNvSpPr/>
            <p:nvPr/>
          </p:nvSpPr>
          <p:spPr>
            <a:xfrm>
              <a:off x="2424997" y="4596308"/>
              <a:ext cx="225439" cy="13319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DE4F0CE6-EBA7-C970-474F-BD7090EA1312}"/>
                </a:ext>
              </a:extLst>
            </p:cNvPr>
            <p:cNvSpPr/>
            <p:nvPr/>
          </p:nvSpPr>
          <p:spPr>
            <a:xfrm>
              <a:off x="1938625" y="5927432"/>
              <a:ext cx="1198180" cy="5979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真空</a:t>
              </a:r>
              <a:endParaRPr kumimoji="1" lang="en-US" altLang="ja-JP" dirty="0">
                <a:solidFill>
                  <a:schemeClr val="tx1"/>
                </a:solidFill>
              </a:endParaRPr>
            </a:p>
            <a:p>
              <a:pPr algn="ctr"/>
              <a:r>
                <a:rPr lang="ja-JP" altLang="en-US" dirty="0">
                  <a:solidFill>
                    <a:schemeClr val="tx1"/>
                  </a:solidFill>
                </a:rPr>
                <a:t>ポンプ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0" name="直線矢印コネクタ 19">
              <a:extLst>
                <a:ext uri="{FF2B5EF4-FFF2-40B4-BE49-F238E27FC236}">
                  <a16:creationId xmlns:a16="http://schemas.microsoft.com/office/drawing/2014/main" id="{004ADD82-CED9-7971-173E-E93418AC9F3D}"/>
                </a:ext>
              </a:extLst>
            </p:cNvPr>
            <p:cNvCxnSpPr/>
            <p:nvPr/>
          </p:nvCxnSpPr>
          <p:spPr>
            <a:xfrm flipH="1">
              <a:off x="2837261" y="4289864"/>
              <a:ext cx="95644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62DC56A8-9FA6-BFDA-0EA9-6AE656C40B23}"/>
                </a:ext>
              </a:extLst>
            </p:cNvPr>
            <p:cNvSpPr txBox="1"/>
            <p:nvPr/>
          </p:nvSpPr>
          <p:spPr>
            <a:xfrm>
              <a:off x="3793702" y="4105198"/>
              <a:ext cx="663609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dirty="0"/>
                <a:t>基板</a:t>
              </a: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D81CCE8D-FCFA-5F1C-6FF8-BB60F68EF94E}"/>
                </a:ext>
              </a:extLst>
            </p:cNvPr>
            <p:cNvSpPr txBox="1"/>
            <p:nvPr/>
          </p:nvSpPr>
          <p:spPr>
            <a:xfrm>
              <a:off x="2205910" y="3643533"/>
              <a:ext cx="663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dirty="0"/>
                <a:t>蓋</a:t>
              </a:r>
              <a:endParaRPr kumimoji="1" lang="ja-JP" altLang="en-US" dirty="0"/>
            </a:p>
          </p:txBody>
        </p:sp>
        <p:cxnSp>
          <p:nvCxnSpPr>
            <p:cNvPr id="24" name="直線矢印コネクタ 23">
              <a:extLst>
                <a:ext uri="{FF2B5EF4-FFF2-40B4-BE49-F238E27FC236}">
                  <a16:creationId xmlns:a16="http://schemas.microsoft.com/office/drawing/2014/main" id="{AB8AF6C8-2C64-1AEE-C480-A7CB320C789D}"/>
                </a:ext>
              </a:extLst>
            </p:cNvPr>
            <p:cNvCxnSpPr>
              <a:cxnSpLocks/>
            </p:cNvCxnSpPr>
            <p:nvPr/>
          </p:nvCxnSpPr>
          <p:spPr>
            <a:xfrm>
              <a:off x="1545021" y="4474530"/>
              <a:ext cx="61256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D66527F4-2EB3-A5FF-E0E4-0755F3919D21}"/>
                </a:ext>
              </a:extLst>
            </p:cNvPr>
            <p:cNvSpPr txBox="1"/>
            <p:nvPr/>
          </p:nvSpPr>
          <p:spPr>
            <a:xfrm>
              <a:off x="454407" y="4151364"/>
              <a:ext cx="1088035" cy="64633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dirty="0"/>
                <a:t>基板</a:t>
              </a:r>
              <a:endParaRPr kumimoji="1" lang="en-US" altLang="ja-JP" dirty="0"/>
            </a:p>
            <a:p>
              <a:pPr algn="ctr"/>
              <a:r>
                <a:rPr kumimoji="1" lang="ja-JP" altLang="en-US" dirty="0"/>
                <a:t>ホルダー</a:t>
              </a:r>
            </a:p>
          </p:txBody>
        </p:sp>
        <p:cxnSp>
          <p:nvCxnSpPr>
            <p:cNvPr id="28" name="直線コネクタ 27">
              <a:extLst>
                <a:ext uri="{FF2B5EF4-FFF2-40B4-BE49-F238E27FC236}">
                  <a16:creationId xmlns:a16="http://schemas.microsoft.com/office/drawing/2014/main" id="{59490BAA-7761-0EA5-72A3-C138AD25B6BB}"/>
                </a:ext>
              </a:extLst>
            </p:cNvPr>
            <p:cNvCxnSpPr>
              <a:cxnSpLocks/>
            </p:cNvCxnSpPr>
            <p:nvPr/>
          </p:nvCxnSpPr>
          <p:spPr>
            <a:xfrm>
              <a:off x="2126750" y="2265374"/>
              <a:ext cx="0" cy="240266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コネクタ 29">
              <a:extLst>
                <a:ext uri="{FF2B5EF4-FFF2-40B4-BE49-F238E27FC236}">
                  <a16:creationId xmlns:a16="http://schemas.microsoft.com/office/drawing/2014/main" id="{BE5C9B7C-DD12-7E1D-E009-42E79D205A3A}"/>
                </a:ext>
              </a:extLst>
            </p:cNvPr>
            <p:cNvCxnSpPr>
              <a:cxnSpLocks/>
            </p:cNvCxnSpPr>
            <p:nvPr/>
          </p:nvCxnSpPr>
          <p:spPr>
            <a:xfrm>
              <a:off x="2948682" y="2322054"/>
              <a:ext cx="0" cy="228930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コネクタ 32">
              <a:extLst>
                <a:ext uri="{FF2B5EF4-FFF2-40B4-BE49-F238E27FC236}">
                  <a16:creationId xmlns:a16="http://schemas.microsoft.com/office/drawing/2014/main" id="{12249319-6B57-6CD7-65BB-23002E8637F1}"/>
                </a:ext>
              </a:extLst>
            </p:cNvPr>
            <p:cNvCxnSpPr>
              <a:cxnSpLocks/>
            </p:cNvCxnSpPr>
            <p:nvPr/>
          </p:nvCxnSpPr>
          <p:spPr>
            <a:xfrm>
              <a:off x="3396061" y="2322054"/>
              <a:ext cx="0" cy="1450375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コネクタ 33">
              <a:extLst>
                <a:ext uri="{FF2B5EF4-FFF2-40B4-BE49-F238E27FC236}">
                  <a16:creationId xmlns:a16="http://schemas.microsoft.com/office/drawing/2014/main" id="{063078E8-BF19-7B8E-19C7-07BF74A7B11C}"/>
                </a:ext>
              </a:extLst>
            </p:cNvPr>
            <p:cNvCxnSpPr>
              <a:cxnSpLocks/>
            </p:cNvCxnSpPr>
            <p:nvPr/>
          </p:nvCxnSpPr>
          <p:spPr>
            <a:xfrm>
              <a:off x="1679370" y="2322054"/>
              <a:ext cx="0" cy="1450375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9" name="図 58">
            <a:extLst>
              <a:ext uri="{FF2B5EF4-FFF2-40B4-BE49-F238E27FC236}">
                <a16:creationId xmlns:a16="http://schemas.microsoft.com/office/drawing/2014/main" id="{E1D28367-6E6D-C685-9389-48EB4833C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00" y="1169853"/>
            <a:ext cx="4762619" cy="2301463"/>
          </a:xfrm>
          <a:prstGeom prst="rect">
            <a:avLst/>
          </a:prstGeom>
        </p:spPr>
      </p:pic>
      <p:grpSp>
        <p:nvGrpSpPr>
          <p:cNvPr id="85" name="グループ化 84">
            <a:extLst>
              <a:ext uri="{FF2B5EF4-FFF2-40B4-BE49-F238E27FC236}">
                <a16:creationId xmlns:a16="http://schemas.microsoft.com/office/drawing/2014/main" id="{2864C527-C109-9F7C-1617-D4FB258281D5}"/>
              </a:ext>
            </a:extLst>
          </p:cNvPr>
          <p:cNvGrpSpPr/>
          <p:nvPr/>
        </p:nvGrpSpPr>
        <p:grpSpPr>
          <a:xfrm>
            <a:off x="6632975" y="1396118"/>
            <a:ext cx="3879654" cy="4075117"/>
            <a:chOff x="6632975" y="1396118"/>
            <a:chExt cx="3879654" cy="4075117"/>
          </a:xfrm>
        </p:grpSpPr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E75AD0D0-673F-E59B-64B1-35D8CF9CAB39}"/>
                </a:ext>
              </a:extLst>
            </p:cNvPr>
            <p:cNvSpPr/>
            <p:nvPr/>
          </p:nvSpPr>
          <p:spPr>
            <a:xfrm>
              <a:off x="7641291" y="1400784"/>
              <a:ext cx="1643170" cy="164317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5C7D5097-BEE8-06A8-637C-A1FF243E161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41292" y="1400784"/>
              <a:ext cx="360969" cy="360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CC81B595-AC44-A707-D8B9-A270B85C563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23492" y="1400784"/>
              <a:ext cx="360969" cy="360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37686671-C082-D9B5-B309-2647AA6669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23492" y="2683954"/>
              <a:ext cx="360969" cy="360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27D30C5F-BA80-DB4D-C388-5032809BA7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41291" y="2687241"/>
              <a:ext cx="360969" cy="360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18F002BD-8F95-3046-B12B-32B89ABEB1FA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7814874" y="1590465"/>
              <a:ext cx="1296000" cy="129600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47" name="直線矢印コネクタ 46">
              <a:extLst>
                <a:ext uri="{FF2B5EF4-FFF2-40B4-BE49-F238E27FC236}">
                  <a16:creationId xmlns:a16="http://schemas.microsoft.com/office/drawing/2014/main" id="{0135E68E-5591-2324-A5AA-448867D0FBD5}"/>
                </a:ext>
              </a:extLst>
            </p:cNvPr>
            <p:cNvCxnSpPr>
              <a:cxnSpLocks/>
            </p:cNvCxnSpPr>
            <p:nvPr/>
          </p:nvCxnSpPr>
          <p:spPr>
            <a:xfrm>
              <a:off x="9599771" y="1400784"/>
              <a:ext cx="0" cy="164317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テキスト ボックス 48">
              <a:extLst>
                <a:ext uri="{FF2B5EF4-FFF2-40B4-BE49-F238E27FC236}">
                  <a16:creationId xmlns:a16="http://schemas.microsoft.com/office/drawing/2014/main" id="{C04B07CE-1C40-11F7-6385-A86F1F547635}"/>
                </a:ext>
              </a:extLst>
            </p:cNvPr>
            <p:cNvSpPr txBox="1"/>
            <p:nvPr/>
          </p:nvSpPr>
          <p:spPr>
            <a:xfrm>
              <a:off x="9599771" y="2053798"/>
              <a:ext cx="9128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25 mm</a:t>
              </a:r>
              <a:endParaRPr kumimoji="1" lang="ja-JP" altLang="en-US" dirty="0"/>
            </a:p>
          </p:txBody>
        </p:sp>
        <p:cxnSp>
          <p:nvCxnSpPr>
            <p:cNvPr id="50" name="直線矢印コネクタ 49">
              <a:extLst>
                <a:ext uri="{FF2B5EF4-FFF2-40B4-BE49-F238E27FC236}">
                  <a16:creationId xmlns:a16="http://schemas.microsoft.com/office/drawing/2014/main" id="{5EA8C720-2F2D-E3CC-32BE-7683E498F865}"/>
                </a:ext>
              </a:extLst>
            </p:cNvPr>
            <p:cNvCxnSpPr>
              <a:cxnSpLocks/>
            </p:cNvCxnSpPr>
            <p:nvPr/>
          </p:nvCxnSpPr>
          <p:spPr>
            <a:xfrm>
              <a:off x="7526296" y="1400784"/>
              <a:ext cx="0" cy="36000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id="{95EFE80D-2E08-90E4-820A-F1384119864C}"/>
                </a:ext>
              </a:extLst>
            </p:cNvPr>
            <p:cNvSpPr txBox="1"/>
            <p:nvPr/>
          </p:nvSpPr>
          <p:spPr>
            <a:xfrm>
              <a:off x="6632975" y="1396118"/>
              <a:ext cx="9128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/>
                <a:t>3.5</a:t>
              </a:r>
              <a:r>
                <a:rPr kumimoji="1" lang="en-US" altLang="ja-JP" dirty="0"/>
                <a:t> mm</a:t>
              </a:r>
              <a:endParaRPr kumimoji="1" lang="ja-JP" altLang="en-US" dirty="0"/>
            </a:p>
          </p:txBody>
        </p:sp>
        <p:sp>
          <p:nvSpPr>
            <p:cNvPr id="61" name="テキスト ボックス 60">
              <a:extLst>
                <a:ext uri="{FF2B5EF4-FFF2-40B4-BE49-F238E27FC236}">
                  <a16:creationId xmlns:a16="http://schemas.microsoft.com/office/drawing/2014/main" id="{E3A6AFB2-4E9E-E06B-9E94-8E74A26BADAD}"/>
                </a:ext>
              </a:extLst>
            </p:cNvPr>
            <p:cNvSpPr txBox="1"/>
            <p:nvPr/>
          </p:nvSpPr>
          <p:spPr>
            <a:xfrm>
              <a:off x="7641289" y="1976854"/>
              <a:ext cx="16431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/>
                <a:t>ITO</a:t>
              </a:r>
              <a:r>
                <a:rPr kumimoji="1" lang="ja-JP" altLang="en-US" sz="1400" dirty="0"/>
                <a:t>付きガラス基板</a:t>
              </a:r>
              <a:endParaRPr kumimoji="1" lang="en-US" altLang="ja-JP" sz="1400" dirty="0"/>
            </a:p>
            <a:p>
              <a:pPr algn="ctr"/>
              <a:r>
                <a:rPr lang="en-US" altLang="ja-JP" sz="1400" dirty="0"/>
                <a:t>25 mm×25 mm</a:t>
              </a:r>
              <a:endParaRPr kumimoji="1" lang="ja-JP" altLang="en-US" sz="1400" dirty="0"/>
            </a:p>
          </p:txBody>
        </p:sp>
        <p:cxnSp>
          <p:nvCxnSpPr>
            <p:cNvPr id="63" name="直線コネクタ 62">
              <a:extLst>
                <a:ext uri="{FF2B5EF4-FFF2-40B4-BE49-F238E27FC236}">
                  <a16:creationId xmlns:a16="http://schemas.microsoft.com/office/drawing/2014/main" id="{5B85C48F-220E-D94F-7A17-9F265598BEF8}"/>
                </a:ext>
              </a:extLst>
            </p:cNvPr>
            <p:cNvCxnSpPr>
              <a:cxnSpLocks/>
            </p:cNvCxnSpPr>
            <p:nvPr/>
          </p:nvCxnSpPr>
          <p:spPr>
            <a:xfrm>
              <a:off x="7641289" y="3023078"/>
              <a:ext cx="0" cy="1362879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コネクタ 64">
              <a:extLst>
                <a:ext uri="{FF2B5EF4-FFF2-40B4-BE49-F238E27FC236}">
                  <a16:creationId xmlns:a16="http://schemas.microsoft.com/office/drawing/2014/main" id="{315BC87E-9A5E-52B3-53DD-135141ED7287}"/>
                </a:ext>
              </a:extLst>
            </p:cNvPr>
            <p:cNvCxnSpPr>
              <a:cxnSpLocks/>
            </p:cNvCxnSpPr>
            <p:nvPr/>
          </p:nvCxnSpPr>
          <p:spPr>
            <a:xfrm>
              <a:off x="9284460" y="3023078"/>
              <a:ext cx="0" cy="1362879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フリーフォーム: 図形 68">
              <a:extLst>
                <a:ext uri="{FF2B5EF4-FFF2-40B4-BE49-F238E27FC236}">
                  <a16:creationId xmlns:a16="http://schemas.microsoft.com/office/drawing/2014/main" id="{AC635EA4-7F00-8B8D-2D2B-EC49C755C2AC}"/>
                </a:ext>
              </a:extLst>
            </p:cNvPr>
            <p:cNvSpPr/>
            <p:nvPr/>
          </p:nvSpPr>
          <p:spPr>
            <a:xfrm>
              <a:off x="7641289" y="4469793"/>
              <a:ext cx="1643170" cy="504000"/>
            </a:xfrm>
            <a:custGeom>
              <a:avLst/>
              <a:gdLst>
                <a:gd name="csX0" fmla="*/ 0 w 1643170"/>
                <a:gd name="csY0" fmla="*/ 0 h 504000"/>
                <a:gd name="csX1" fmla="*/ 360000 w 1643170"/>
                <a:gd name="csY1" fmla="*/ 0 h 504000"/>
                <a:gd name="csX2" fmla="*/ 360000 w 1643170"/>
                <a:gd name="csY2" fmla="*/ 252000 h 504000"/>
                <a:gd name="csX3" fmla="*/ 1283170 w 1643170"/>
                <a:gd name="csY3" fmla="*/ 252000 h 504000"/>
                <a:gd name="csX4" fmla="*/ 1283170 w 1643170"/>
                <a:gd name="csY4" fmla="*/ 0 h 504000"/>
                <a:gd name="csX5" fmla="*/ 1643170 w 1643170"/>
                <a:gd name="csY5" fmla="*/ 0 h 504000"/>
                <a:gd name="csX6" fmla="*/ 1643170 w 1643170"/>
                <a:gd name="csY6" fmla="*/ 252000 h 504000"/>
                <a:gd name="csX7" fmla="*/ 1643170 w 1643170"/>
                <a:gd name="csY7" fmla="*/ 504000 h 504000"/>
                <a:gd name="csX8" fmla="*/ 0 w 1643170"/>
                <a:gd name="csY8" fmla="*/ 504000 h 504000"/>
                <a:gd name="csX9" fmla="*/ 0 w 1643170"/>
                <a:gd name="csY9" fmla="*/ 252000 h 504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643170" h="504000">
                  <a:moveTo>
                    <a:pt x="0" y="0"/>
                  </a:moveTo>
                  <a:lnTo>
                    <a:pt x="360000" y="0"/>
                  </a:lnTo>
                  <a:lnTo>
                    <a:pt x="360000" y="252000"/>
                  </a:lnTo>
                  <a:lnTo>
                    <a:pt x="1283170" y="252000"/>
                  </a:lnTo>
                  <a:lnTo>
                    <a:pt x="1283170" y="0"/>
                  </a:lnTo>
                  <a:lnTo>
                    <a:pt x="1643170" y="0"/>
                  </a:lnTo>
                  <a:lnTo>
                    <a:pt x="1643170" y="252000"/>
                  </a:lnTo>
                  <a:lnTo>
                    <a:pt x="1643170" y="504000"/>
                  </a:lnTo>
                  <a:lnTo>
                    <a:pt x="0" y="504000"/>
                  </a:lnTo>
                  <a:lnTo>
                    <a:pt x="0" y="252000"/>
                  </a:lnTo>
                  <a:close/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cxnSp>
          <p:nvCxnSpPr>
            <p:cNvPr id="73" name="直線コネクタ 72">
              <a:extLst>
                <a:ext uri="{FF2B5EF4-FFF2-40B4-BE49-F238E27FC236}">
                  <a16:creationId xmlns:a16="http://schemas.microsoft.com/office/drawing/2014/main" id="{7B0D8DA8-77BD-047C-6C48-B0C93E054E85}"/>
                </a:ext>
              </a:extLst>
            </p:cNvPr>
            <p:cNvCxnSpPr>
              <a:cxnSpLocks/>
              <a:endCxn id="69" idx="6"/>
            </p:cNvCxnSpPr>
            <p:nvPr/>
          </p:nvCxnSpPr>
          <p:spPr>
            <a:xfrm>
              <a:off x="8923492" y="4715547"/>
              <a:ext cx="360967" cy="6246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コネクタ 74">
              <a:extLst>
                <a:ext uri="{FF2B5EF4-FFF2-40B4-BE49-F238E27FC236}">
                  <a16:creationId xmlns:a16="http://schemas.microsoft.com/office/drawing/2014/main" id="{242B6E3D-63D5-123D-6220-82288554517D}"/>
                </a:ext>
              </a:extLst>
            </p:cNvPr>
            <p:cNvCxnSpPr>
              <a:cxnSpLocks/>
            </p:cNvCxnSpPr>
            <p:nvPr/>
          </p:nvCxnSpPr>
          <p:spPr>
            <a:xfrm>
              <a:off x="7641289" y="4709301"/>
              <a:ext cx="360967" cy="6246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矢印コネクタ 76">
              <a:extLst>
                <a:ext uri="{FF2B5EF4-FFF2-40B4-BE49-F238E27FC236}">
                  <a16:creationId xmlns:a16="http://schemas.microsoft.com/office/drawing/2014/main" id="{E4BBBE33-89A1-60D2-795B-30D503EFC960}"/>
                </a:ext>
              </a:extLst>
            </p:cNvPr>
            <p:cNvCxnSpPr>
              <a:cxnSpLocks/>
            </p:cNvCxnSpPr>
            <p:nvPr/>
          </p:nvCxnSpPr>
          <p:spPr>
            <a:xfrm>
              <a:off x="9379285" y="4484708"/>
              <a:ext cx="0" cy="22459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線矢印コネクタ 77">
              <a:extLst>
                <a:ext uri="{FF2B5EF4-FFF2-40B4-BE49-F238E27FC236}">
                  <a16:creationId xmlns:a16="http://schemas.microsoft.com/office/drawing/2014/main" id="{6A8AB58C-15FD-E6E9-96E0-DEB6D1D1F098}"/>
                </a:ext>
              </a:extLst>
            </p:cNvPr>
            <p:cNvCxnSpPr>
              <a:cxnSpLocks/>
            </p:cNvCxnSpPr>
            <p:nvPr/>
          </p:nvCxnSpPr>
          <p:spPr>
            <a:xfrm>
              <a:off x="9379285" y="4744833"/>
              <a:ext cx="0" cy="22896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テキスト ボックス 80">
              <a:extLst>
                <a:ext uri="{FF2B5EF4-FFF2-40B4-BE49-F238E27FC236}">
                  <a16:creationId xmlns:a16="http://schemas.microsoft.com/office/drawing/2014/main" id="{3B1B4365-9CCD-3E63-D1B9-3E8FCDD00B91}"/>
                </a:ext>
              </a:extLst>
            </p:cNvPr>
            <p:cNvSpPr txBox="1"/>
            <p:nvPr/>
          </p:nvSpPr>
          <p:spPr>
            <a:xfrm>
              <a:off x="9379285" y="4411642"/>
              <a:ext cx="9128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4 mm</a:t>
              </a:r>
              <a:endParaRPr kumimoji="1" lang="ja-JP" altLang="en-US" dirty="0"/>
            </a:p>
          </p:txBody>
        </p:sp>
        <p:sp>
          <p:nvSpPr>
            <p:cNvPr id="82" name="テキスト ボックス 81">
              <a:extLst>
                <a:ext uri="{FF2B5EF4-FFF2-40B4-BE49-F238E27FC236}">
                  <a16:creationId xmlns:a16="http://schemas.microsoft.com/office/drawing/2014/main" id="{42593C4B-19BC-98D4-B357-265074A97AD5}"/>
                </a:ext>
              </a:extLst>
            </p:cNvPr>
            <p:cNvSpPr txBox="1"/>
            <p:nvPr/>
          </p:nvSpPr>
          <p:spPr>
            <a:xfrm>
              <a:off x="9379285" y="4669374"/>
              <a:ext cx="9128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4 mm</a:t>
              </a:r>
              <a:endParaRPr kumimoji="1" lang="ja-JP" altLang="en-US" dirty="0"/>
            </a:p>
          </p:txBody>
        </p:sp>
        <p:cxnSp>
          <p:nvCxnSpPr>
            <p:cNvPr id="83" name="直線矢印コネクタ 82">
              <a:extLst>
                <a:ext uri="{FF2B5EF4-FFF2-40B4-BE49-F238E27FC236}">
                  <a16:creationId xmlns:a16="http://schemas.microsoft.com/office/drawing/2014/main" id="{4D472550-B23E-E0E2-E1A0-47C347FA846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462874" y="4303259"/>
              <a:ext cx="0" cy="164317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テキスト ボックス 83">
              <a:extLst>
                <a:ext uri="{FF2B5EF4-FFF2-40B4-BE49-F238E27FC236}">
                  <a16:creationId xmlns:a16="http://schemas.microsoft.com/office/drawing/2014/main" id="{ADC2E20E-D0FE-99B7-7D6A-BD73D4AD8E49}"/>
                </a:ext>
              </a:extLst>
            </p:cNvPr>
            <p:cNvSpPr txBox="1"/>
            <p:nvPr/>
          </p:nvSpPr>
          <p:spPr>
            <a:xfrm>
              <a:off x="8006445" y="5101903"/>
              <a:ext cx="9128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25 mm</a:t>
              </a:r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85824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1F72ED-AA9A-81CA-71CB-D4D6EC7AF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co-SAM</a:t>
            </a:r>
            <a:r>
              <a:rPr lang="ja-JP" altLang="en-US" dirty="0"/>
              <a:t>の製膜プロセス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B93920F-F2EE-1B81-4A64-3819FA866440}"/>
              </a:ext>
            </a:extLst>
          </p:cNvPr>
          <p:cNvSpPr txBox="1"/>
          <p:nvPr/>
        </p:nvSpPr>
        <p:spPr>
          <a:xfrm>
            <a:off x="1767937" y="1340685"/>
            <a:ext cx="1944216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逐次製膜プロセス</a:t>
            </a:r>
          </a:p>
        </p:txBody>
      </p:sp>
      <p:sp>
        <p:nvSpPr>
          <p:cNvPr id="16" name="フリーフォーム: 図形 15">
            <a:extLst>
              <a:ext uri="{FF2B5EF4-FFF2-40B4-BE49-F238E27FC236}">
                <a16:creationId xmlns:a16="http://schemas.microsoft.com/office/drawing/2014/main" id="{DAD4E431-130D-EB63-DABF-4F970835328E}"/>
              </a:ext>
            </a:extLst>
          </p:cNvPr>
          <p:cNvSpPr/>
          <p:nvPr/>
        </p:nvSpPr>
        <p:spPr>
          <a:xfrm rot="10800000">
            <a:off x="2462323" y="1961115"/>
            <a:ext cx="268765" cy="559539"/>
          </a:xfrm>
          <a:custGeom>
            <a:avLst/>
            <a:gdLst>
              <a:gd name="csX0" fmla="*/ 289668 w 578151"/>
              <a:gd name="csY0" fmla="*/ 1022945 h 1022945"/>
              <a:gd name="csX1" fmla="*/ 1245 w 578151"/>
              <a:gd name="csY1" fmla="*/ 323486 h 1022945"/>
              <a:gd name="csX2" fmla="*/ 2319 w 578151"/>
              <a:gd name="csY2" fmla="*/ 311040 h 1022945"/>
              <a:gd name="csX3" fmla="*/ 0 w 578151"/>
              <a:gd name="csY3" fmla="*/ 288032 h 1022945"/>
              <a:gd name="csX4" fmla="*/ 22635 w 578151"/>
              <a:gd name="csY4" fmla="*/ 175917 h 1022945"/>
              <a:gd name="csX5" fmla="*/ 40856 w 578151"/>
              <a:gd name="csY5" fmla="*/ 142347 h 1022945"/>
              <a:gd name="csX6" fmla="*/ 51248 w 578151"/>
              <a:gd name="csY6" fmla="*/ 120899 h 1022945"/>
              <a:gd name="csX7" fmla="*/ 83053 w 578151"/>
              <a:gd name="csY7" fmla="*/ 84647 h 1022945"/>
              <a:gd name="csX8" fmla="*/ 86643 w 578151"/>
              <a:gd name="csY8" fmla="*/ 82825 h 1022945"/>
              <a:gd name="csX9" fmla="*/ 175917 w 578151"/>
              <a:gd name="csY9" fmla="*/ 22635 h 1022945"/>
              <a:gd name="csX10" fmla="*/ 288032 w 578151"/>
              <a:gd name="csY10" fmla="*/ 0 h 1022945"/>
              <a:gd name="csX11" fmla="*/ 400147 w 578151"/>
              <a:gd name="csY11" fmla="*/ 22635 h 1022945"/>
              <a:gd name="csX12" fmla="*/ 479478 w 578151"/>
              <a:gd name="csY12" fmla="*/ 76122 h 1022945"/>
              <a:gd name="csX13" fmla="*/ 496283 w 578151"/>
              <a:gd name="csY13" fmla="*/ 84647 h 1022945"/>
              <a:gd name="csX14" fmla="*/ 553688 w 578151"/>
              <a:gd name="csY14" fmla="*/ 173738 h 1022945"/>
              <a:gd name="csX15" fmla="*/ 558006 w 578151"/>
              <a:gd name="csY15" fmla="*/ 190660 h 1022945"/>
              <a:gd name="csX16" fmla="*/ 570212 w 578151"/>
              <a:gd name="csY16" fmla="*/ 229984 h 1022945"/>
              <a:gd name="csX17" fmla="*/ 576064 w 578151"/>
              <a:gd name="csY17" fmla="*/ 288032 h 1022945"/>
              <a:gd name="csX18" fmla="*/ 575508 w 578151"/>
              <a:gd name="csY18" fmla="*/ 293551 h 1022945"/>
              <a:gd name="csX19" fmla="*/ 578091 w 578151"/>
              <a:gd name="csY19" fmla="*/ 323486 h 1022945"/>
              <a:gd name="csX20" fmla="*/ 289668 w 578151"/>
              <a:gd name="csY20" fmla="*/ 1022945 h 10229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78151" h="1022945">
                <a:moveTo>
                  <a:pt x="289668" y="1022945"/>
                </a:moveTo>
                <a:cubicBezTo>
                  <a:pt x="70397" y="749986"/>
                  <a:pt x="-1202" y="499773"/>
                  <a:pt x="1245" y="323486"/>
                </a:cubicBezTo>
                <a:lnTo>
                  <a:pt x="2319" y="311040"/>
                </a:lnTo>
                <a:lnTo>
                  <a:pt x="0" y="288032"/>
                </a:lnTo>
                <a:cubicBezTo>
                  <a:pt x="0" y="248263"/>
                  <a:pt x="8060" y="210377"/>
                  <a:pt x="22635" y="175917"/>
                </a:cubicBezTo>
                <a:lnTo>
                  <a:pt x="40856" y="142347"/>
                </a:lnTo>
                <a:lnTo>
                  <a:pt x="51248" y="120899"/>
                </a:lnTo>
                <a:cubicBezTo>
                  <a:pt x="60929" y="105972"/>
                  <a:pt x="71644" y="93808"/>
                  <a:pt x="83053" y="84647"/>
                </a:cubicBezTo>
                <a:lnTo>
                  <a:pt x="86643" y="82825"/>
                </a:lnTo>
                <a:lnTo>
                  <a:pt x="175917" y="22635"/>
                </a:lnTo>
                <a:cubicBezTo>
                  <a:pt x="210377" y="8060"/>
                  <a:pt x="248263" y="0"/>
                  <a:pt x="288032" y="0"/>
                </a:cubicBezTo>
                <a:cubicBezTo>
                  <a:pt x="327801" y="0"/>
                  <a:pt x="365687" y="8060"/>
                  <a:pt x="400147" y="22635"/>
                </a:cubicBezTo>
                <a:lnTo>
                  <a:pt x="479478" y="76122"/>
                </a:lnTo>
                <a:lnTo>
                  <a:pt x="496283" y="84647"/>
                </a:lnTo>
                <a:cubicBezTo>
                  <a:pt x="519101" y="102970"/>
                  <a:pt x="539145" y="133299"/>
                  <a:pt x="553688" y="173738"/>
                </a:cubicBezTo>
                <a:lnTo>
                  <a:pt x="558006" y="190660"/>
                </a:lnTo>
                <a:lnTo>
                  <a:pt x="570212" y="229984"/>
                </a:lnTo>
                <a:cubicBezTo>
                  <a:pt x="574049" y="248734"/>
                  <a:pt x="576064" y="268148"/>
                  <a:pt x="576064" y="288032"/>
                </a:cubicBezTo>
                <a:lnTo>
                  <a:pt x="575508" y="293551"/>
                </a:lnTo>
                <a:lnTo>
                  <a:pt x="578091" y="323486"/>
                </a:lnTo>
                <a:cubicBezTo>
                  <a:pt x="580538" y="499773"/>
                  <a:pt x="508939" y="749986"/>
                  <a:pt x="289668" y="1022945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17" name="フリーフォーム: 図形 16">
            <a:extLst>
              <a:ext uri="{FF2B5EF4-FFF2-40B4-BE49-F238E27FC236}">
                <a16:creationId xmlns:a16="http://schemas.microsoft.com/office/drawing/2014/main" id="{71C229A8-5FAF-8780-4D72-72DABF15DE98}"/>
              </a:ext>
            </a:extLst>
          </p:cNvPr>
          <p:cNvSpPr/>
          <p:nvPr/>
        </p:nvSpPr>
        <p:spPr>
          <a:xfrm rot="10800000">
            <a:off x="6949001" y="1467667"/>
            <a:ext cx="268765" cy="559539"/>
          </a:xfrm>
          <a:custGeom>
            <a:avLst/>
            <a:gdLst>
              <a:gd name="csX0" fmla="*/ 289668 w 578151"/>
              <a:gd name="csY0" fmla="*/ 1022945 h 1022945"/>
              <a:gd name="csX1" fmla="*/ 1245 w 578151"/>
              <a:gd name="csY1" fmla="*/ 323486 h 1022945"/>
              <a:gd name="csX2" fmla="*/ 2319 w 578151"/>
              <a:gd name="csY2" fmla="*/ 311040 h 1022945"/>
              <a:gd name="csX3" fmla="*/ 0 w 578151"/>
              <a:gd name="csY3" fmla="*/ 288032 h 1022945"/>
              <a:gd name="csX4" fmla="*/ 22635 w 578151"/>
              <a:gd name="csY4" fmla="*/ 175917 h 1022945"/>
              <a:gd name="csX5" fmla="*/ 40856 w 578151"/>
              <a:gd name="csY5" fmla="*/ 142347 h 1022945"/>
              <a:gd name="csX6" fmla="*/ 51248 w 578151"/>
              <a:gd name="csY6" fmla="*/ 120899 h 1022945"/>
              <a:gd name="csX7" fmla="*/ 83053 w 578151"/>
              <a:gd name="csY7" fmla="*/ 84647 h 1022945"/>
              <a:gd name="csX8" fmla="*/ 86643 w 578151"/>
              <a:gd name="csY8" fmla="*/ 82825 h 1022945"/>
              <a:gd name="csX9" fmla="*/ 175917 w 578151"/>
              <a:gd name="csY9" fmla="*/ 22635 h 1022945"/>
              <a:gd name="csX10" fmla="*/ 288032 w 578151"/>
              <a:gd name="csY10" fmla="*/ 0 h 1022945"/>
              <a:gd name="csX11" fmla="*/ 400147 w 578151"/>
              <a:gd name="csY11" fmla="*/ 22635 h 1022945"/>
              <a:gd name="csX12" fmla="*/ 479478 w 578151"/>
              <a:gd name="csY12" fmla="*/ 76122 h 1022945"/>
              <a:gd name="csX13" fmla="*/ 496283 w 578151"/>
              <a:gd name="csY13" fmla="*/ 84647 h 1022945"/>
              <a:gd name="csX14" fmla="*/ 553688 w 578151"/>
              <a:gd name="csY14" fmla="*/ 173738 h 1022945"/>
              <a:gd name="csX15" fmla="*/ 558006 w 578151"/>
              <a:gd name="csY15" fmla="*/ 190660 h 1022945"/>
              <a:gd name="csX16" fmla="*/ 570212 w 578151"/>
              <a:gd name="csY16" fmla="*/ 229984 h 1022945"/>
              <a:gd name="csX17" fmla="*/ 576064 w 578151"/>
              <a:gd name="csY17" fmla="*/ 288032 h 1022945"/>
              <a:gd name="csX18" fmla="*/ 575508 w 578151"/>
              <a:gd name="csY18" fmla="*/ 293551 h 1022945"/>
              <a:gd name="csX19" fmla="*/ 578091 w 578151"/>
              <a:gd name="csY19" fmla="*/ 323486 h 1022945"/>
              <a:gd name="csX20" fmla="*/ 289668 w 578151"/>
              <a:gd name="csY20" fmla="*/ 1022945 h 10229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78151" h="1022945">
                <a:moveTo>
                  <a:pt x="289668" y="1022945"/>
                </a:moveTo>
                <a:cubicBezTo>
                  <a:pt x="70397" y="749986"/>
                  <a:pt x="-1202" y="499773"/>
                  <a:pt x="1245" y="323486"/>
                </a:cubicBezTo>
                <a:lnTo>
                  <a:pt x="2319" y="311040"/>
                </a:lnTo>
                <a:lnTo>
                  <a:pt x="0" y="288032"/>
                </a:lnTo>
                <a:cubicBezTo>
                  <a:pt x="0" y="248263"/>
                  <a:pt x="8060" y="210377"/>
                  <a:pt x="22635" y="175917"/>
                </a:cubicBezTo>
                <a:lnTo>
                  <a:pt x="40856" y="142347"/>
                </a:lnTo>
                <a:lnTo>
                  <a:pt x="51248" y="120899"/>
                </a:lnTo>
                <a:cubicBezTo>
                  <a:pt x="60929" y="105972"/>
                  <a:pt x="71644" y="93808"/>
                  <a:pt x="83053" y="84647"/>
                </a:cubicBezTo>
                <a:lnTo>
                  <a:pt x="86643" y="82825"/>
                </a:lnTo>
                <a:lnTo>
                  <a:pt x="175917" y="22635"/>
                </a:lnTo>
                <a:cubicBezTo>
                  <a:pt x="210377" y="8060"/>
                  <a:pt x="248263" y="0"/>
                  <a:pt x="288032" y="0"/>
                </a:cubicBezTo>
                <a:cubicBezTo>
                  <a:pt x="327801" y="0"/>
                  <a:pt x="365687" y="8060"/>
                  <a:pt x="400147" y="22635"/>
                </a:cubicBezTo>
                <a:lnTo>
                  <a:pt x="479478" y="76122"/>
                </a:lnTo>
                <a:lnTo>
                  <a:pt x="496283" y="84647"/>
                </a:lnTo>
                <a:cubicBezTo>
                  <a:pt x="519101" y="102970"/>
                  <a:pt x="539145" y="133299"/>
                  <a:pt x="553688" y="173738"/>
                </a:cubicBezTo>
                <a:lnTo>
                  <a:pt x="558006" y="190660"/>
                </a:lnTo>
                <a:lnTo>
                  <a:pt x="570212" y="229984"/>
                </a:lnTo>
                <a:cubicBezTo>
                  <a:pt x="574049" y="248734"/>
                  <a:pt x="576064" y="268148"/>
                  <a:pt x="576064" y="288032"/>
                </a:cubicBezTo>
                <a:lnTo>
                  <a:pt x="575508" y="293551"/>
                </a:lnTo>
                <a:lnTo>
                  <a:pt x="578091" y="323486"/>
                </a:lnTo>
                <a:cubicBezTo>
                  <a:pt x="580538" y="499773"/>
                  <a:pt x="508939" y="749986"/>
                  <a:pt x="289668" y="1022945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7E1C78E-AC45-4A00-A402-89A3CADB23F8}"/>
              </a:ext>
            </a:extLst>
          </p:cNvPr>
          <p:cNvSpPr txBox="1"/>
          <p:nvPr/>
        </p:nvSpPr>
        <p:spPr>
          <a:xfrm>
            <a:off x="2707175" y="1702427"/>
            <a:ext cx="764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MeO4</a:t>
            </a:r>
            <a:endParaRPr lang="ja-JP" altLang="en-US" dirty="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589F3B7-A552-BAC1-E328-32AC55C0014F}"/>
              </a:ext>
            </a:extLst>
          </p:cNvPr>
          <p:cNvSpPr txBox="1"/>
          <p:nvPr/>
        </p:nvSpPr>
        <p:spPr>
          <a:xfrm>
            <a:off x="7173747" y="1341913"/>
            <a:ext cx="764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Me2</a:t>
            </a:r>
            <a:endParaRPr lang="ja-JP" altLang="en-US" dirty="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60217AB-07AF-C035-E265-17AEDCDB952C}"/>
              </a:ext>
            </a:extLst>
          </p:cNvPr>
          <p:cNvSpPr txBox="1"/>
          <p:nvPr/>
        </p:nvSpPr>
        <p:spPr>
          <a:xfrm>
            <a:off x="1796672" y="3766201"/>
            <a:ext cx="1944216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混合製膜プロセス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25BC6C2-FEDA-79BE-0D9F-EDBF506004AF}"/>
              </a:ext>
            </a:extLst>
          </p:cNvPr>
          <p:cNvSpPr/>
          <p:nvPr/>
        </p:nvSpPr>
        <p:spPr>
          <a:xfrm>
            <a:off x="3008978" y="5681793"/>
            <a:ext cx="1872208" cy="21602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ITO</a:t>
            </a:r>
            <a:endParaRPr lang="ja-JP" altLang="en-US" dirty="0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22" name="フリーフォーム: 図形 21">
            <a:extLst>
              <a:ext uri="{FF2B5EF4-FFF2-40B4-BE49-F238E27FC236}">
                <a16:creationId xmlns:a16="http://schemas.microsoft.com/office/drawing/2014/main" id="{6FA543EB-1AE1-3311-999B-12F511A81040}"/>
              </a:ext>
            </a:extLst>
          </p:cNvPr>
          <p:cNvSpPr/>
          <p:nvPr/>
        </p:nvSpPr>
        <p:spPr>
          <a:xfrm rot="10800000">
            <a:off x="3749876" y="4489854"/>
            <a:ext cx="268765" cy="559539"/>
          </a:xfrm>
          <a:custGeom>
            <a:avLst/>
            <a:gdLst>
              <a:gd name="csX0" fmla="*/ 289668 w 578151"/>
              <a:gd name="csY0" fmla="*/ 1022945 h 1022945"/>
              <a:gd name="csX1" fmla="*/ 1245 w 578151"/>
              <a:gd name="csY1" fmla="*/ 323486 h 1022945"/>
              <a:gd name="csX2" fmla="*/ 2319 w 578151"/>
              <a:gd name="csY2" fmla="*/ 311040 h 1022945"/>
              <a:gd name="csX3" fmla="*/ 0 w 578151"/>
              <a:gd name="csY3" fmla="*/ 288032 h 1022945"/>
              <a:gd name="csX4" fmla="*/ 22635 w 578151"/>
              <a:gd name="csY4" fmla="*/ 175917 h 1022945"/>
              <a:gd name="csX5" fmla="*/ 40856 w 578151"/>
              <a:gd name="csY5" fmla="*/ 142347 h 1022945"/>
              <a:gd name="csX6" fmla="*/ 51248 w 578151"/>
              <a:gd name="csY6" fmla="*/ 120899 h 1022945"/>
              <a:gd name="csX7" fmla="*/ 83053 w 578151"/>
              <a:gd name="csY7" fmla="*/ 84647 h 1022945"/>
              <a:gd name="csX8" fmla="*/ 86643 w 578151"/>
              <a:gd name="csY8" fmla="*/ 82825 h 1022945"/>
              <a:gd name="csX9" fmla="*/ 175917 w 578151"/>
              <a:gd name="csY9" fmla="*/ 22635 h 1022945"/>
              <a:gd name="csX10" fmla="*/ 288032 w 578151"/>
              <a:gd name="csY10" fmla="*/ 0 h 1022945"/>
              <a:gd name="csX11" fmla="*/ 400147 w 578151"/>
              <a:gd name="csY11" fmla="*/ 22635 h 1022945"/>
              <a:gd name="csX12" fmla="*/ 479478 w 578151"/>
              <a:gd name="csY12" fmla="*/ 76122 h 1022945"/>
              <a:gd name="csX13" fmla="*/ 496283 w 578151"/>
              <a:gd name="csY13" fmla="*/ 84647 h 1022945"/>
              <a:gd name="csX14" fmla="*/ 553688 w 578151"/>
              <a:gd name="csY14" fmla="*/ 173738 h 1022945"/>
              <a:gd name="csX15" fmla="*/ 558006 w 578151"/>
              <a:gd name="csY15" fmla="*/ 190660 h 1022945"/>
              <a:gd name="csX16" fmla="*/ 570212 w 578151"/>
              <a:gd name="csY16" fmla="*/ 229984 h 1022945"/>
              <a:gd name="csX17" fmla="*/ 576064 w 578151"/>
              <a:gd name="csY17" fmla="*/ 288032 h 1022945"/>
              <a:gd name="csX18" fmla="*/ 575508 w 578151"/>
              <a:gd name="csY18" fmla="*/ 293551 h 1022945"/>
              <a:gd name="csX19" fmla="*/ 578091 w 578151"/>
              <a:gd name="csY19" fmla="*/ 323486 h 1022945"/>
              <a:gd name="csX20" fmla="*/ 289668 w 578151"/>
              <a:gd name="csY20" fmla="*/ 1022945 h 10229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78151" h="1022945">
                <a:moveTo>
                  <a:pt x="289668" y="1022945"/>
                </a:moveTo>
                <a:cubicBezTo>
                  <a:pt x="70397" y="749986"/>
                  <a:pt x="-1202" y="499773"/>
                  <a:pt x="1245" y="323486"/>
                </a:cubicBezTo>
                <a:lnTo>
                  <a:pt x="2319" y="311040"/>
                </a:lnTo>
                <a:lnTo>
                  <a:pt x="0" y="288032"/>
                </a:lnTo>
                <a:cubicBezTo>
                  <a:pt x="0" y="248263"/>
                  <a:pt x="8060" y="210377"/>
                  <a:pt x="22635" y="175917"/>
                </a:cubicBezTo>
                <a:lnTo>
                  <a:pt x="40856" y="142347"/>
                </a:lnTo>
                <a:lnTo>
                  <a:pt x="51248" y="120899"/>
                </a:lnTo>
                <a:cubicBezTo>
                  <a:pt x="60929" y="105972"/>
                  <a:pt x="71644" y="93808"/>
                  <a:pt x="83053" y="84647"/>
                </a:cubicBezTo>
                <a:lnTo>
                  <a:pt x="86643" y="82825"/>
                </a:lnTo>
                <a:lnTo>
                  <a:pt x="175917" y="22635"/>
                </a:lnTo>
                <a:cubicBezTo>
                  <a:pt x="210377" y="8060"/>
                  <a:pt x="248263" y="0"/>
                  <a:pt x="288032" y="0"/>
                </a:cubicBezTo>
                <a:cubicBezTo>
                  <a:pt x="327801" y="0"/>
                  <a:pt x="365687" y="8060"/>
                  <a:pt x="400147" y="22635"/>
                </a:cubicBezTo>
                <a:lnTo>
                  <a:pt x="479478" y="76122"/>
                </a:lnTo>
                <a:lnTo>
                  <a:pt x="496283" y="84647"/>
                </a:lnTo>
                <a:cubicBezTo>
                  <a:pt x="519101" y="102970"/>
                  <a:pt x="539145" y="133299"/>
                  <a:pt x="553688" y="173738"/>
                </a:cubicBezTo>
                <a:lnTo>
                  <a:pt x="558006" y="190660"/>
                </a:lnTo>
                <a:lnTo>
                  <a:pt x="570212" y="229984"/>
                </a:lnTo>
                <a:cubicBezTo>
                  <a:pt x="574049" y="248734"/>
                  <a:pt x="576064" y="268148"/>
                  <a:pt x="576064" y="288032"/>
                </a:cubicBezTo>
                <a:lnTo>
                  <a:pt x="575508" y="293551"/>
                </a:lnTo>
                <a:lnTo>
                  <a:pt x="578091" y="323486"/>
                </a:lnTo>
                <a:cubicBezTo>
                  <a:pt x="580538" y="499773"/>
                  <a:pt x="508939" y="749986"/>
                  <a:pt x="289668" y="1022945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CEC5211-4A5D-E549-B1F4-530827F1F004}"/>
              </a:ext>
            </a:extLst>
          </p:cNvPr>
          <p:cNvSpPr txBox="1"/>
          <p:nvPr/>
        </p:nvSpPr>
        <p:spPr>
          <a:xfrm>
            <a:off x="4048430" y="4133248"/>
            <a:ext cx="20089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MeO4</a:t>
            </a:r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（</a:t>
            </a:r>
            <a:r>
              <a:rPr lang="en-US" altLang="ja-JP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0.1 mg/mL</a:t>
            </a:r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）</a:t>
            </a:r>
            <a:endParaRPr lang="en-US" altLang="ja-JP" dirty="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  <a:p>
            <a:r>
              <a:rPr lang="en-US" altLang="ja-JP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+Me2</a:t>
            </a:r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（</a:t>
            </a:r>
            <a:r>
              <a:rPr lang="en-US" altLang="ja-JP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0.3 mg/mL</a:t>
            </a:r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）</a:t>
            </a:r>
          </a:p>
        </p:txBody>
      </p:sp>
      <p:sp>
        <p:nvSpPr>
          <p:cNvPr id="129" name="フリーフォーム: 図形 128">
            <a:extLst>
              <a:ext uri="{FF2B5EF4-FFF2-40B4-BE49-F238E27FC236}">
                <a16:creationId xmlns:a16="http://schemas.microsoft.com/office/drawing/2014/main" id="{389F3D8A-1CF9-A8C6-9F25-4AE3C33A66B1}"/>
              </a:ext>
            </a:extLst>
          </p:cNvPr>
          <p:cNvSpPr/>
          <p:nvPr/>
        </p:nvSpPr>
        <p:spPr>
          <a:xfrm rot="10800000">
            <a:off x="4815876" y="1506983"/>
            <a:ext cx="268765" cy="559539"/>
          </a:xfrm>
          <a:custGeom>
            <a:avLst/>
            <a:gdLst>
              <a:gd name="csX0" fmla="*/ 289668 w 578151"/>
              <a:gd name="csY0" fmla="*/ 1022945 h 1022945"/>
              <a:gd name="csX1" fmla="*/ 1245 w 578151"/>
              <a:gd name="csY1" fmla="*/ 323486 h 1022945"/>
              <a:gd name="csX2" fmla="*/ 2319 w 578151"/>
              <a:gd name="csY2" fmla="*/ 311040 h 1022945"/>
              <a:gd name="csX3" fmla="*/ 0 w 578151"/>
              <a:gd name="csY3" fmla="*/ 288032 h 1022945"/>
              <a:gd name="csX4" fmla="*/ 22635 w 578151"/>
              <a:gd name="csY4" fmla="*/ 175917 h 1022945"/>
              <a:gd name="csX5" fmla="*/ 40856 w 578151"/>
              <a:gd name="csY5" fmla="*/ 142347 h 1022945"/>
              <a:gd name="csX6" fmla="*/ 51248 w 578151"/>
              <a:gd name="csY6" fmla="*/ 120899 h 1022945"/>
              <a:gd name="csX7" fmla="*/ 83053 w 578151"/>
              <a:gd name="csY7" fmla="*/ 84647 h 1022945"/>
              <a:gd name="csX8" fmla="*/ 86643 w 578151"/>
              <a:gd name="csY8" fmla="*/ 82825 h 1022945"/>
              <a:gd name="csX9" fmla="*/ 175917 w 578151"/>
              <a:gd name="csY9" fmla="*/ 22635 h 1022945"/>
              <a:gd name="csX10" fmla="*/ 288032 w 578151"/>
              <a:gd name="csY10" fmla="*/ 0 h 1022945"/>
              <a:gd name="csX11" fmla="*/ 400147 w 578151"/>
              <a:gd name="csY11" fmla="*/ 22635 h 1022945"/>
              <a:gd name="csX12" fmla="*/ 479478 w 578151"/>
              <a:gd name="csY12" fmla="*/ 76122 h 1022945"/>
              <a:gd name="csX13" fmla="*/ 496283 w 578151"/>
              <a:gd name="csY13" fmla="*/ 84647 h 1022945"/>
              <a:gd name="csX14" fmla="*/ 553688 w 578151"/>
              <a:gd name="csY14" fmla="*/ 173738 h 1022945"/>
              <a:gd name="csX15" fmla="*/ 558006 w 578151"/>
              <a:gd name="csY15" fmla="*/ 190660 h 1022945"/>
              <a:gd name="csX16" fmla="*/ 570212 w 578151"/>
              <a:gd name="csY16" fmla="*/ 229984 h 1022945"/>
              <a:gd name="csX17" fmla="*/ 576064 w 578151"/>
              <a:gd name="csY17" fmla="*/ 288032 h 1022945"/>
              <a:gd name="csX18" fmla="*/ 575508 w 578151"/>
              <a:gd name="csY18" fmla="*/ 293551 h 1022945"/>
              <a:gd name="csX19" fmla="*/ 578091 w 578151"/>
              <a:gd name="csY19" fmla="*/ 323486 h 1022945"/>
              <a:gd name="csX20" fmla="*/ 289668 w 578151"/>
              <a:gd name="csY20" fmla="*/ 1022945 h 10229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78151" h="1022945">
                <a:moveTo>
                  <a:pt x="289668" y="1022945"/>
                </a:moveTo>
                <a:cubicBezTo>
                  <a:pt x="70397" y="749986"/>
                  <a:pt x="-1202" y="499773"/>
                  <a:pt x="1245" y="323486"/>
                </a:cubicBezTo>
                <a:lnTo>
                  <a:pt x="2319" y="311040"/>
                </a:lnTo>
                <a:lnTo>
                  <a:pt x="0" y="288032"/>
                </a:lnTo>
                <a:cubicBezTo>
                  <a:pt x="0" y="248263"/>
                  <a:pt x="8060" y="210377"/>
                  <a:pt x="22635" y="175917"/>
                </a:cubicBezTo>
                <a:lnTo>
                  <a:pt x="40856" y="142347"/>
                </a:lnTo>
                <a:lnTo>
                  <a:pt x="51248" y="120899"/>
                </a:lnTo>
                <a:cubicBezTo>
                  <a:pt x="60929" y="105972"/>
                  <a:pt x="71644" y="93808"/>
                  <a:pt x="83053" y="84647"/>
                </a:cubicBezTo>
                <a:lnTo>
                  <a:pt x="86643" y="82825"/>
                </a:lnTo>
                <a:lnTo>
                  <a:pt x="175917" y="22635"/>
                </a:lnTo>
                <a:cubicBezTo>
                  <a:pt x="210377" y="8060"/>
                  <a:pt x="248263" y="0"/>
                  <a:pt x="288032" y="0"/>
                </a:cubicBezTo>
                <a:cubicBezTo>
                  <a:pt x="327801" y="0"/>
                  <a:pt x="365687" y="8060"/>
                  <a:pt x="400147" y="22635"/>
                </a:cubicBezTo>
                <a:lnTo>
                  <a:pt x="479478" y="76122"/>
                </a:lnTo>
                <a:lnTo>
                  <a:pt x="496283" y="84647"/>
                </a:lnTo>
                <a:cubicBezTo>
                  <a:pt x="519101" y="102970"/>
                  <a:pt x="539145" y="133299"/>
                  <a:pt x="553688" y="173738"/>
                </a:cubicBezTo>
                <a:lnTo>
                  <a:pt x="558006" y="190660"/>
                </a:lnTo>
                <a:lnTo>
                  <a:pt x="570212" y="229984"/>
                </a:lnTo>
                <a:cubicBezTo>
                  <a:pt x="574049" y="248734"/>
                  <a:pt x="576064" y="268148"/>
                  <a:pt x="576064" y="288032"/>
                </a:cubicBezTo>
                <a:lnTo>
                  <a:pt x="575508" y="293551"/>
                </a:lnTo>
                <a:lnTo>
                  <a:pt x="578091" y="323486"/>
                </a:lnTo>
                <a:cubicBezTo>
                  <a:pt x="580538" y="499773"/>
                  <a:pt x="508939" y="749986"/>
                  <a:pt x="289668" y="1022945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130" name="テキスト ボックス 129">
            <a:extLst>
              <a:ext uri="{FF2B5EF4-FFF2-40B4-BE49-F238E27FC236}">
                <a16:creationId xmlns:a16="http://schemas.microsoft.com/office/drawing/2014/main" id="{748FBBDD-BF46-3827-C7FE-2B5B9C229773}"/>
              </a:ext>
            </a:extLst>
          </p:cNvPr>
          <p:cNvSpPr txBox="1"/>
          <p:nvPr/>
        </p:nvSpPr>
        <p:spPr>
          <a:xfrm>
            <a:off x="5051257" y="1402953"/>
            <a:ext cx="55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IPA</a:t>
            </a:r>
            <a:endParaRPr lang="ja-JP" altLang="en-US" dirty="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grpSp>
        <p:nvGrpSpPr>
          <p:cNvPr id="400" name="グループ化 399">
            <a:extLst>
              <a:ext uri="{FF2B5EF4-FFF2-40B4-BE49-F238E27FC236}">
                <a16:creationId xmlns:a16="http://schemas.microsoft.com/office/drawing/2014/main" id="{F6CDB764-627E-C1E9-73F1-A0C541428719}"/>
              </a:ext>
            </a:extLst>
          </p:cNvPr>
          <p:cNvGrpSpPr>
            <a:grpSpLocks noChangeAspect="1"/>
          </p:cNvGrpSpPr>
          <p:nvPr/>
        </p:nvGrpSpPr>
        <p:grpSpPr>
          <a:xfrm>
            <a:off x="4198904" y="2223569"/>
            <a:ext cx="1590663" cy="900000"/>
            <a:chOff x="2415034" y="2207791"/>
            <a:chExt cx="1872208" cy="1059299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BAF25266-FF21-C461-9CDF-C903726F5B2D}"/>
                </a:ext>
              </a:extLst>
            </p:cNvPr>
            <p:cNvSpPr/>
            <p:nvPr/>
          </p:nvSpPr>
          <p:spPr>
            <a:xfrm>
              <a:off x="2415034" y="3051066"/>
              <a:ext cx="1872208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>
                  <a:solidFill>
                    <a:prstClr val="white"/>
                  </a:solidFill>
                  <a:latin typeface="Calibri"/>
                  <a:ea typeface="ＭＳ Ｐゴシック" panose="020B0600070205080204" pitchFamily="50" charset="-128"/>
                </a:rPr>
                <a:t>ITO</a:t>
              </a:r>
              <a:endParaRPr lang="ja-JP" altLang="en-US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endParaRPr>
            </a:p>
          </p:txBody>
        </p:sp>
        <p:grpSp>
          <p:nvGrpSpPr>
            <p:cNvPr id="100" name="グループ化 99">
              <a:extLst>
                <a:ext uri="{FF2B5EF4-FFF2-40B4-BE49-F238E27FC236}">
                  <a16:creationId xmlns:a16="http://schemas.microsoft.com/office/drawing/2014/main" id="{1723723D-EB07-20D0-D122-F76357B4B132}"/>
                </a:ext>
              </a:extLst>
            </p:cNvPr>
            <p:cNvGrpSpPr/>
            <p:nvPr/>
          </p:nvGrpSpPr>
          <p:grpSpPr>
            <a:xfrm>
              <a:off x="2743330" y="2224043"/>
              <a:ext cx="155248" cy="834552"/>
              <a:chOff x="2471045" y="2216514"/>
              <a:chExt cx="155248" cy="834552"/>
            </a:xfrm>
          </p:grpSpPr>
          <p:grpSp>
            <p:nvGrpSpPr>
              <p:cNvPr id="101" name="グループ化 100">
                <a:extLst>
                  <a:ext uri="{FF2B5EF4-FFF2-40B4-BE49-F238E27FC236}">
                    <a16:creationId xmlns:a16="http://schemas.microsoft.com/office/drawing/2014/main" id="{92A2F70F-291F-5B3E-9A6C-F7389085F4E2}"/>
                  </a:ext>
                </a:extLst>
              </p:cNvPr>
              <p:cNvGrpSpPr/>
              <p:nvPr/>
            </p:nvGrpSpPr>
            <p:grpSpPr>
              <a:xfrm>
                <a:off x="2471045" y="2216514"/>
                <a:ext cx="155248" cy="708430"/>
                <a:chOff x="6391882" y="3930756"/>
                <a:chExt cx="268766" cy="1226436"/>
              </a:xfrm>
            </p:grpSpPr>
            <p:cxnSp>
              <p:nvCxnSpPr>
                <p:cNvPr id="103" name="直線コネクタ 102">
                  <a:extLst>
                    <a:ext uri="{FF2B5EF4-FFF2-40B4-BE49-F238E27FC236}">
                      <a16:creationId xmlns:a16="http://schemas.microsoft.com/office/drawing/2014/main" id="{C834637D-67BA-0E3E-D6A3-D6F5FE2AFE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26264" y="4797152"/>
                  <a:ext cx="0" cy="360040"/>
                </a:xfrm>
                <a:prstGeom prst="line">
                  <a:avLst/>
                </a:prstGeom>
                <a:ln w="25400">
                  <a:solidFill>
                    <a:schemeClr val="accent2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04" name="グループ化 103">
                  <a:extLst>
                    <a:ext uri="{FF2B5EF4-FFF2-40B4-BE49-F238E27FC236}">
                      <a16:creationId xmlns:a16="http://schemas.microsoft.com/office/drawing/2014/main" id="{FD00312F-7D32-CE09-7C15-5EAF5F3C1F14}"/>
                    </a:ext>
                  </a:extLst>
                </p:cNvPr>
                <p:cNvGrpSpPr/>
                <p:nvPr/>
              </p:nvGrpSpPr>
              <p:grpSpPr>
                <a:xfrm>
                  <a:off x="6391882" y="3930756"/>
                  <a:ext cx="268766" cy="972302"/>
                  <a:chOff x="6444208" y="4036000"/>
                  <a:chExt cx="268766" cy="972302"/>
                </a:xfrm>
              </p:grpSpPr>
              <p:sp>
                <p:nvSpPr>
                  <p:cNvPr id="105" name="フリーフォーム: 図形 104">
                    <a:extLst>
                      <a:ext uri="{FF2B5EF4-FFF2-40B4-BE49-F238E27FC236}">
                        <a16:creationId xmlns:a16="http://schemas.microsoft.com/office/drawing/2014/main" id="{E8178220-EAED-7E34-8B4E-99FEE61D0F75}"/>
                      </a:ext>
                    </a:extLst>
                  </p:cNvPr>
                  <p:cNvSpPr/>
                  <p:nvPr/>
                </p:nvSpPr>
                <p:spPr>
                  <a:xfrm>
                    <a:off x="6444208" y="4522151"/>
                    <a:ext cx="268766" cy="486151"/>
                  </a:xfrm>
                  <a:custGeom>
                    <a:avLst/>
                    <a:gdLst>
                      <a:gd name="csX0" fmla="*/ 3094 w 268766"/>
                      <a:gd name="csY0" fmla="*/ 0 h 486151"/>
                      <a:gd name="csX1" fmla="*/ 265672 w 268766"/>
                      <a:gd name="csY1" fmla="*/ 0 h 486151"/>
                      <a:gd name="csX2" fmla="*/ 268766 w 268766"/>
                      <a:gd name="csY2" fmla="*/ 49767 h 486151"/>
                      <a:gd name="csX3" fmla="*/ 134383 w 268766"/>
                      <a:gd name="csY3" fmla="*/ 486151 h 486151"/>
                      <a:gd name="csX4" fmla="*/ 0 w 268766"/>
                      <a:gd name="csY4" fmla="*/ 49767 h 48615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68766" h="486151">
                        <a:moveTo>
                          <a:pt x="3094" y="0"/>
                        </a:moveTo>
                        <a:lnTo>
                          <a:pt x="265672" y="0"/>
                        </a:lnTo>
                        <a:lnTo>
                          <a:pt x="268766" y="49767"/>
                        </a:lnTo>
                        <a:cubicBezTo>
                          <a:pt x="268766" y="290775"/>
                          <a:pt x="208601" y="486151"/>
                          <a:pt x="134383" y="486151"/>
                        </a:cubicBezTo>
                        <a:cubicBezTo>
                          <a:pt x="60165" y="486151"/>
                          <a:pt x="0" y="290775"/>
                          <a:pt x="0" y="49767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2">
                          <a:lumMod val="0"/>
                          <a:lumOff val="100000"/>
                        </a:schemeClr>
                      </a:gs>
                      <a:gs pos="35000">
                        <a:schemeClr val="accent2">
                          <a:lumMod val="0"/>
                          <a:lumOff val="100000"/>
                        </a:schemeClr>
                      </a:gs>
                      <a:gs pos="100000">
                        <a:schemeClr val="accent2">
                          <a:lumMod val="100000"/>
                        </a:schemeClr>
                      </a:gs>
                    </a:gsLst>
                    <a:path path="circle">
                      <a:fillToRect l="50000" t="-80000" r="50000" b="18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ja-JP" altLang="en-US">
                      <a:solidFill>
                        <a:prstClr val="white"/>
                      </a:solidFill>
                      <a:latin typeface="Calibri"/>
                      <a:ea typeface="ＭＳ Ｐゴシック" panose="020B0600070205080204" pitchFamily="50" charset="-128"/>
                    </a:endParaRPr>
                  </a:p>
                </p:txBody>
              </p:sp>
              <p:sp>
                <p:nvSpPr>
                  <p:cNvPr id="106" name="フリーフォーム: 図形 105">
                    <a:extLst>
                      <a:ext uri="{FF2B5EF4-FFF2-40B4-BE49-F238E27FC236}">
                        <a16:creationId xmlns:a16="http://schemas.microsoft.com/office/drawing/2014/main" id="{A388E179-1B4A-25F3-B9A7-4727568FDF5D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6444208" y="4036000"/>
                    <a:ext cx="268766" cy="486151"/>
                  </a:xfrm>
                  <a:custGeom>
                    <a:avLst/>
                    <a:gdLst>
                      <a:gd name="csX0" fmla="*/ 3094 w 268766"/>
                      <a:gd name="csY0" fmla="*/ 0 h 486151"/>
                      <a:gd name="csX1" fmla="*/ 265672 w 268766"/>
                      <a:gd name="csY1" fmla="*/ 0 h 486151"/>
                      <a:gd name="csX2" fmla="*/ 268766 w 268766"/>
                      <a:gd name="csY2" fmla="*/ 49767 h 486151"/>
                      <a:gd name="csX3" fmla="*/ 134383 w 268766"/>
                      <a:gd name="csY3" fmla="*/ 486151 h 486151"/>
                      <a:gd name="csX4" fmla="*/ 0 w 268766"/>
                      <a:gd name="csY4" fmla="*/ 49767 h 48615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68766" h="486151">
                        <a:moveTo>
                          <a:pt x="3094" y="0"/>
                        </a:moveTo>
                        <a:lnTo>
                          <a:pt x="265672" y="0"/>
                        </a:lnTo>
                        <a:lnTo>
                          <a:pt x="268766" y="49767"/>
                        </a:lnTo>
                        <a:cubicBezTo>
                          <a:pt x="268766" y="290775"/>
                          <a:pt x="208601" y="486151"/>
                          <a:pt x="134383" y="486151"/>
                        </a:cubicBezTo>
                        <a:cubicBezTo>
                          <a:pt x="60165" y="486151"/>
                          <a:pt x="0" y="290775"/>
                          <a:pt x="0" y="49767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ja-JP" altLang="en-US" dirty="0">
                      <a:solidFill>
                        <a:prstClr val="white"/>
                      </a:solidFill>
                      <a:latin typeface="Calibri"/>
                      <a:ea typeface="ＭＳ Ｐゴシック" panose="020B0600070205080204" pitchFamily="50" charset="-128"/>
                    </a:endParaRPr>
                  </a:p>
                </p:txBody>
              </p:sp>
            </p:grpSp>
          </p:grpSp>
          <p:cxnSp>
            <p:nvCxnSpPr>
              <p:cNvPr id="102" name="直線コネクタ 101">
                <a:extLst>
                  <a:ext uri="{FF2B5EF4-FFF2-40B4-BE49-F238E27FC236}">
                    <a16:creationId xmlns:a16="http://schemas.microsoft.com/office/drawing/2014/main" id="{E52B03E5-F531-0E69-2A23-7AB58C3A17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48669" y="2924944"/>
                <a:ext cx="0" cy="126122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187" name="グループ化 186">
              <a:extLst>
                <a:ext uri="{FF2B5EF4-FFF2-40B4-BE49-F238E27FC236}">
                  <a16:creationId xmlns:a16="http://schemas.microsoft.com/office/drawing/2014/main" id="{CF01C251-3990-E2BB-18B9-42248C2E0C1B}"/>
                </a:ext>
              </a:extLst>
            </p:cNvPr>
            <p:cNvGrpSpPr/>
            <p:nvPr/>
          </p:nvGrpSpPr>
          <p:grpSpPr>
            <a:xfrm>
              <a:off x="3253296" y="2223591"/>
              <a:ext cx="155248" cy="834552"/>
              <a:chOff x="2471045" y="2216514"/>
              <a:chExt cx="155248" cy="834552"/>
            </a:xfrm>
          </p:grpSpPr>
          <p:grpSp>
            <p:nvGrpSpPr>
              <p:cNvPr id="188" name="グループ化 187">
                <a:extLst>
                  <a:ext uri="{FF2B5EF4-FFF2-40B4-BE49-F238E27FC236}">
                    <a16:creationId xmlns:a16="http://schemas.microsoft.com/office/drawing/2014/main" id="{D7B82742-F017-68B0-4750-E13356C66893}"/>
                  </a:ext>
                </a:extLst>
              </p:cNvPr>
              <p:cNvGrpSpPr/>
              <p:nvPr/>
            </p:nvGrpSpPr>
            <p:grpSpPr>
              <a:xfrm>
                <a:off x="2471045" y="2216514"/>
                <a:ext cx="155248" cy="708430"/>
                <a:chOff x="6391882" y="3930756"/>
                <a:chExt cx="268766" cy="1226436"/>
              </a:xfrm>
            </p:grpSpPr>
            <p:cxnSp>
              <p:nvCxnSpPr>
                <p:cNvPr id="190" name="直線コネクタ 189">
                  <a:extLst>
                    <a:ext uri="{FF2B5EF4-FFF2-40B4-BE49-F238E27FC236}">
                      <a16:creationId xmlns:a16="http://schemas.microsoft.com/office/drawing/2014/main" id="{E4F8A583-58FB-3B5C-BF5F-8BDA89A411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26264" y="4797152"/>
                  <a:ext cx="0" cy="360040"/>
                </a:xfrm>
                <a:prstGeom prst="line">
                  <a:avLst/>
                </a:prstGeom>
                <a:ln w="25400">
                  <a:solidFill>
                    <a:schemeClr val="accent2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91" name="グループ化 190">
                  <a:extLst>
                    <a:ext uri="{FF2B5EF4-FFF2-40B4-BE49-F238E27FC236}">
                      <a16:creationId xmlns:a16="http://schemas.microsoft.com/office/drawing/2014/main" id="{EDB741BC-033D-79DE-9C7E-3D3F93FC3333}"/>
                    </a:ext>
                  </a:extLst>
                </p:cNvPr>
                <p:cNvGrpSpPr/>
                <p:nvPr/>
              </p:nvGrpSpPr>
              <p:grpSpPr>
                <a:xfrm>
                  <a:off x="6391882" y="3930756"/>
                  <a:ext cx="268766" cy="972302"/>
                  <a:chOff x="6444208" y="4036000"/>
                  <a:chExt cx="268766" cy="972302"/>
                </a:xfrm>
              </p:grpSpPr>
              <p:sp>
                <p:nvSpPr>
                  <p:cNvPr id="192" name="フリーフォーム: 図形 191">
                    <a:extLst>
                      <a:ext uri="{FF2B5EF4-FFF2-40B4-BE49-F238E27FC236}">
                        <a16:creationId xmlns:a16="http://schemas.microsoft.com/office/drawing/2014/main" id="{BF3B93F0-A66C-EF62-F421-6E32F46756E7}"/>
                      </a:ext>
                    </a:extLst>
                  </p:cNvPr>
                  <p:cNvSpPr/>
                  <p:nvPr/>
                </p:nvSpPr>
                <p:spPr>
                  <a:xfrm>
                    <a:off x="6444208" y="4522151"/>
                    <a:ext cx="268766" cy="486151"/>
                  </a:xfrm>
                  <a:custGeom>
                    <a:avLst/>
                    <a:gdLst>
                      <a:gd name="csX0" fmla="*/ 3094 w 268766"/>
                      <a:gd name="csY0" fmla="*/ 0 h 486151"/>
                      <a:gd name="csX1" fmla="*/ 265672 w 268766"/>
                      <a:gd name="csY1" fmla="*/ 0 h 486151"/>
                      <a:gd name="csX2" fmla="*/ 268766 w 268766"/>
                      <a:gd name="csY2" fmla="*/ 49767 h 486151"/>
                      <a:gd name="csX3" fmla="*/ 134383 w 268766"/>
                      <a:gd name="csY3" fmla="*/ 486151 h 486151"/>
                      <a:gd name="csX4" fmla="*/ 0 w 268766"/>
                      <a:gd name="csY4" fmla="*/ 49767 h 48615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68766" h="486151">
                        <a:moveTo>
                          <a:pt x="3094" y="0"/>
                        </a:moveTo>
                        <a:lnTo>
                          <a:pt x="265672" y="0"/>
                        </a:lnTo>
                        <a:lnTo>
                          <a:pt x="268766" y="49767"/>
                        </a:lnTo>
                        <a:cubicBezTo>
                          <a:pt x="268766" y="290775"/>
                          <a:pt x="208601" y="486151"/>
                          <a:pt x="134383" y="486151"/>
                        </a:cubicBezTo>
                        <a:cubicBezTo>
                          <a:pt x="60165" y="486151"/>
                          <a:pt x="0" y="290775"/>
                          <a:pt x="0" y="49767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2">
                          <a:lumMod val="0"/>
                          <a:lumOff val="100000"/>
                        </a:schemeClr>
                      </a:gs>
                      <a:gs pos="35000">
                        <a:schemeClr val="accent2">
                          <a:lumMod val="0"/>
                          <a:lumOff val="100000"/>
                        </a:schemeClr>
                      </a:gs>
                      <a:gs pos="100000">
                        <a:schemeClr val="accent2">
                          <a:lumMod val="100000"/>
                        </a:schemeClr>
                      </a:gs>
                    </a:gsLst>
                    <a:path path="circle">
                      <a:fillToRect l="50000" t="-80000" r="50000" b="18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ja-JP" altLang="en-US">
                      <a:solidFill>
                        <a:prstClr val="white"/>
                      </a:solidFill>
                      <a:latin typeface="Calibri"/>
                      <a:ea typeface="ＭＳ Ｐゴシック" panose="020B0600070205080204" pitchFamily="50" charset="-128"/>
                    </a:endParaRPr>
                  </a:p>
                </p:txBody>
              </p:sp>
              <p:sp>
                <p:nvSpPr>
                  <p:cNvPr id="193" name="フリーフォーム: 図形 192">
                    <a:extLst>
                      <a:ext uri="{FF2B5EF4-FFF2-40B4-BE49-F238E27FC236}">
                        <a16:creationId xmlns:a16="http://schemas.microsoft.com/office/drawing/2014/main" id="{F6E4942B-4927-97E2-E0F1-3C800992365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6444208" y="4036000"/>
                    <a:ext cx="268766" cy="486151"/>
                  </a:xfrm>
                  <a:custGeom>
                    <a:avLst/>
                    <a:gdLst>
                      <a:gd name="csX0" fmla="*/ 3094 w 268766"/>
                      <a:gd name="csY0" fmla="*/ 0 h 486151"/>
                      <a:gd name="csX1" fmla="*/ 265672 w 268766"/>
                      <a:gd name="csY1" fmla="*/ 0 h 486151"/>
                      <a:gd name="csX2" fmla="*/ 268766 w 268766"/>
                      <a:gd name="csY2" fmla="*/ 49767 h 486151"/>
                      <a:gd name="csX3" fmla="*/ 134383 w 268766"/>
                      <a:gd name="csY3" fmla="*/ 486151 h 486151"/>
                      <a:gd name="csX4" fmla="*/ 0 w 268766"/>
                      <a:gd name="csY4" fmla="*/ 49767 h 48615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68766" h="486151">
                        <a:moveTo>
                          <a:pt x="3094" y="0"/>
                        </a:moveTo>
                        <a:lnTo>
                          <a:pt x="265672" y="0"/>
                        </a:lnTo>
                        <a:lnTo>
                          <a:pt x="268766" y="49767"/>
                        </a:lnTo>
                        <a:cubicBezTo>
                          <a:pt x="268766" y="290775"/>
                          <a:pt x="208601" y="486151"/>
                          <a:pt x="134383" y="486151"/>
                        </a:cubicBezTo>
                        <a:cubicBezTo>
                          <a:pt x="60165" y="486151"/>
                          <a:pt x="0" y="290775"/>
                          <a:pt x="0" y="49767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ja-JP" altLang="en-US" dirty="0">
                      <a:solidFill>
                        <a:prstClr val="white"/>
                      </a:solidFill>
                      <a:latin typeface="Calibri"/>
                      <a:ea typeface="ＭＳ Ｐゴシック" panose="020B0600070205080204" pitchFamily="50" charset="-128"/>
                    </a:endParaRPr>
                  </a:p>
                </p:txBody>
              </p:sp>
            </p:grpSp>
          </p:grpSp>
          <p:cxnSp>
            <p:nvCxnSpPr>
              <p:cNvPr id="189" name="直線コネクタ 188">
                <a:extLst>
                  <a:ext uri="{FF2B5EF4-FFF2-40B4-BE49-F238E27FC236}">
                    <a16:creationId xmlns:a16="http://schemas.microsoft.com/office/drawing/2014/main" id="{804EF418-0144-0D82-176C-C8771E3C62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48669" y="2924944"/>
                <a:ext cx="0" cy="126122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194" name="グループ化 193">
              <a:extLst>
                <a:ext uri="{FF2B5EF4-FFF2-40B4-BE49-F238E27FC236}">
                  <a16:creationId xmlns:a16="http://schemas.microsoft.com/office/drawing/2014/main" id="{BDDA1543-326E-CB47-7852-9995E8C7DD23}"/>
                </a:ext>
              </a:extLst>
            </p:cNvPr>
            <p:cNvGrpSpPr/>
            <p:nvPr/>
          </p:nvGrpSpPr>
          <p:grpSpPr>
            <a:xfrm>
              <a:off x="3763262" y="2207826"/>
              <a:ext cx="155248" cy="834552"/>
              <a:chOff x="2471045" y="2216514"/>
              <a:chExt cx="155248" cy="834552"/>
            </a:xfrm>
          </p:grpSpPr>
          <p:grpSp>
            <p:nvGrpSpPr>
              <p:cNvPr id="195" name="グループ化 194">
                <a:extLst>
                  <a:ext uri="{FF2B5EF4-FFF2-40B4-BE49-F238E27FC236}">
                    <a16:creationId xmlns:a16="http://schemas.microsoft.com/office/drawing/2014/main" id="{4536BC2F-A8BF-6BE1-A1B6-3AE0D7CFBD54}"/>
                  </a:ext>
                </a:extLst>
              </p:cNvPr>
              <p:cNvGrpSpPr/>
              <p:nvPr/>
            </p:nvGrpSpPr>
            <p:grpSpPr>
              <a:xfrm>
                <a:off x="2471045" y="2216514"/>
                <a:ext cx="155248" cy="708430"/>
                <a:chOff x="6391882" y="3930756"/>
                <a:chExt cx="268766" cy="1226436"/>
              </a:xfrm>
            </p:grpSpPr>
            <p:cxnSp>
              <p:nvCxnSpPr>
                <p:cNvPr id="197" name="直線コネクタ 196">
                  <a:extLst>
                    <a:ext uri="{FF2B5EF4-FFF2-40B4-BE49-F238E27FC236}">
                      <a16:creationId xmlns:a16="http://schemas.microsoft.com/office/drawing/2014/main" id="{6A1FE212-7EA6-5F57-6A43-D0C16E3ABA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26264" y="4797152"/>
                  <a:ext cx="0" cy="360040"/>
                </a:xfrm>
                <a:prstGeom prst="line">
                  <a:avLst/>
                </a:prstGeom>
                <a:ln w="25400">
                  <a:solidFill>
                    <a:schemeClr val="accent2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98" name="グループ化 197">
                  <a:extLst>
                    <a:ext uri="{FF2B5EF4-FFF2-40B4-BE49-F238E27FC236}">
                      <a16:creationId xmlns:a16="http://schemas.microsoft.com/office/drawing/2014/main" id="{188B9ED0-181D-F9B5-394A-DDC8C219B675}"/>
                    </a:ext>
                  </a:extLst>
                </p:cNvPr>
                <p:cNvGrpSpPr/>
                <p:nvPr/>
              </p:nvGrpSpPr>
              <p:grpSpPr>
                <a:xfrm>
                  <a:off x="6391882" y="3930756"/>
                  <a:ext cx="268766" cy="972302"/>
                  <a:chOff x="6444208" y="4036000"/>
                  <a:chExt cx="268766" cy="972302"/>
                </a:xfrm>
              </p:grpSpPr>
              <p:sp>
                <p:nvSpPr>
                  <p:cNvPr id="199" name="フリーフォーム: 図形 198">
                    <a:extLst>
                      <a:ext uri="{FF2B5EF4-FFF2-40B4-BE49-F238E27FC236}">
                        <a16:creationId xmlns:a16="http://schemas.microsoft.com/office/drawing/2014/main" id="{311BEF48-5534-AD0B-E6DC-8A3149385D8E}"/>
                      </a:ext>
                    </a:extLst>
                  </p:cNvPr>
                  <p:cNvSpPr/>
                  <p:nvPr/>
                </p:nvSpPr>
                <p:spPr>
                  <a:xfrm>
                    <a:off x="6444208" y="4522151"/>
                    <a:ext cx="268766" cy="486151"/>
                  </a:xfrm>
                  <a:custGeom>
                    <a:avLst/>
                    <a:gdLst>
                      <a:gd name="csX0" fmla="*/ 3094 w 268766"/>
                      <a:gd name="csY0" fmla="*/ 0 h 486151"/>
                      <a:gd name="csX1" fmla="*/ 265672 w 268766"/>
                      <a:gd name="csY1" fmla="*/ 0 h 486151"/>
                      <a:gd name="csX2" fmla="*/ 268766 w 268766"/>
                      <a:gd name="csY2" fmla="*/ 49767 h 486151"/>
                      <a:gd name="csX3" fmla="*/ 134383 w 268766"/>
                      <a:gd name="csY3" fmla="*/ 486151 h 486151"/>
                      <a:gd name="csX4" fmla="*/ 0 w 268766"/>
                      <a:gd name="csY4" fmla="*/ 49767 h 48615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68766" h="486151">
                        <a:moveTo>
                          <a:pt x="3094" y="0"/>
                        </a:moveTo>
                        <a:lnTo>
                          <a:pt x="265672" y="0"/>
                        </a:lnTo>
                        <a:lnTo>
                          <a:pt x="268766" y="49767"/>
                        </a:lnTo>
                        <a:cubicBezTo>
                          <a:pt x="268766" y="290775"/>
                          <a:pt x="208601" y="486151"/>
                          <a:pt x="134383" y="486151"/>
                        </a:cubicBezTo>
                        <a:cubicBezTo>
                          <a:pt x="60165" y="486151"/>
                          <a:pt x="0" y="290775"/>
                          <a:pt x="0" y="49767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2">
                          <a:lumMod val="0"/>
                          <a:lumOff val="100000"/>
                        </a:schemeClr>
                      </a:gs>
                      <a:gs pos="35000">
                        <a:schemeClr val="accent2">
                          <a:lumMod val="0"/>
                          <a:lumOff val="100000"/>
                        </a:schemeClr>
                      </a:gs>
                      <a:gs pos="100000">
                        <a:schemeClr val="accent2">
                          <a:lumMod val="100000"/>
                        </a:schemeClr>
                      </a:gs>
                    </a:gsLst>
                    <a:path path="circle">
                      <a:fillToRect l="50000" t="-80000" r="50000" b="18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ja-JP" altLang="en-US">
                      <a:solidFill>
                        <a:prstClr val="white"/>
                      </a:solidFill>
                      <a:latin typeface="Calibri"/>
                      <a:ea typeface="ＭＳ Ｐゴシック" panose="020B0600070205080204" pitchFamily="50" charset="-128"/>
                    </a:endParaRPr>
                  </a:p>
                </p:txBody>
              </p:sp>
              <p:sp>
                <p:nvSpPr>
                  <p:cNvPr id="200" name="フリーフォーム: 図形 199">
                    <a:extLst>
                      <a:ext uri="{FF2B5EF4-FFF2-40B4-BE49-F238E27FC236}">
                        <a16:creationId xmlns:a16="http://schemas.microsoft.com/office/drawing/2014/main" id="{638E613F-6CAD-E06D-BF4B-A0CC361171F5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6444208" y="4036000"/>
                    <a:ext cx="268766" cy="486151"/>
                  </a:xfrm>
                  <a:custGeom>
                    <a:avLst/>
                    <a:gdLst>
                      <a:gd name="csX0" fmla="*/ 3094 w 268766"/>
                      <a:gd name="csY0" fmla="*/ 0 h 486151"/>
                      <a:gd name="csX1" fmla="*/ 265672 w 268766"/>
                      <a:gd name="csY1" fmla="*/ 0 h 486151"/>
                      <a:gd name="csX2" fmla="*/ 268766 w 268766"/>
                      <a:gd name="csY2" fmla="*/ 49767 h 486151"/>
                      <a:gd name="csX3" fmla="*/ 134383 w 268766"/>
                      <a:gd name="csY3" fmla="*/ 486151 h 486151"/>
                      <a:gd name="csX4" fmla="*/ 0 w 268766"/>
                      <a:gd name="csY4" fmla="*/ 49767 h 48615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68766" h="486151">
                        <a:moveTo>
                          <a:pt x="3094" y="0"/>
                        </a:moveTo>
                        <a:lnTo>
                          <a:pt x="265672" y="0"/>
                        </a:lnTo>
                        <a:lnTo>
                          <a:pt x="268766" y="49767"/>
                        </a:lnTo>
                        <a:cubicBezTo>
                          <a:pt x="268766" y="290775"/>
                          <a:pt x="208601" y="486151"/>
                          <a:pt x="134383" y="486151"/>
                        </a:cubicBezTo>
                        <a:cubicBezTo>
                          <a:pt x="60165" y="486151"/>
                          <a:pt x="0" y="290775"/>
                          <a:pt x="0" y="49767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ja-JP" altLang="en-US" dirty="0">
                      <a:solidFill>
                        <a:prstClr val="white"/>
                      </a:solidFill>
                      <a:latin typeface="Calibri"/>
                      <a:ea typeface="ＭＳ Ｐゴシック" panose="020B0600070205080204" pitchFamily="50" charset="-128"/>
                    </a:endParaRPr>
                  </a:p>
                </p:txBody>
              </p:sp>
            </p:grpSp>
          </p:grpSp>
          <p:cxnSp>
            <p:nvCxnSpPr>
              <p:cNvPr id="196" name="直線コネクタ 195">
                <a:extLst>
                  <a:ext uri="{FF2B5EF4-FFF2-40B4-BE49-F238E27FC236}">
                    <a16:creationId xmlns:a16="http://schemas.microsoft.com/office/drawing/2014/main" id="{3614D99D-718B-E466-4CB9-C2BDF6CC5E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48669" y="2924944"/>
                <a:ext cx="0" cy="126122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208" name="グループ化 207">
              <a:extLst>
                <a:ext uri="{FF2B5EF4-FFF2-40B4-BE49-F238E27FC236}">
                  <a16:creationId xmlns:a16="http://schemas.microsoft.com/office/drawing/2014/main" id="{27BFD80B-1B29-0BAC-A7D6-0E398E93A964}"/>
                </a:ext>
              </a:extLst>
            </p:cNvPr>
            <p:cNvGrpSpPr/>
            <p:nvPr/>
          </p:nvGrpSpPr>
          <p:grpSpPr>
            <a:xfrm>
              <a:off x="2473226" y="2211715"/>
              <a:ext cx="185490" cy="834552"/>
              <a:chOff x="2471045" y="2216514"/>
              <a:chExt cx="155248" cy="834552"/>
            </a:xfrm>
          </p:grpSpPr>
          <p:grpSp>
            <p:nvGrpSpPr>
              <p:cNvPr id="209" name="グループ化 208">
                <a:extLst>
                  <a:ext uri="{FF2B5EF4-FFF2-40B4-BE49-F238E27FC236}">
                    <a16:creationId xmlns:a16="http://schemas.microsoft.com/office/drawing/2014/main" id="{8FE1DD3D-A6C3-6248-0AF2-8C9D83452448}"/>
                  </a:ext>
                </a:extLst>
              </p:cNvPr>
              <p:cNvGrpSpPr/>
              <p:nvPr/>
            </p:nvGrpSpPr>
            <p:grpSpPr>
              <a:xfrm>
                <a:off x="2471045" y="2216514"/>
                <a:ext cx="155248" cy="708430"/>
                <a:chOff x="6391882" y="3930756"/>
                <a:chExt cx="268766" cy="1226436"/>
              </a:xfrm>
            </p:grpSpPr>
            <p:cxnSp>
              <p:nvCxnSpPr>
                <p:cNvPr id="211" name="直線コネクタ 210">
                  <a:extLst>
                    <a:ext uri="{FF2B5EF4-FFF2-40B4-BE49-F238E27FC236}">
                      <a16:creationId xmlns:a16="http://schemas.microsoft.com/office/drawing/2014/main" id="{85115287-3A5F-6435-8536-BCFB7B871A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26264" y="4797152"/>
                  <a:ext cx="0" cy="360040"/>
                </a:xfrm>
                <a:prstGeom prst="line">
                  <a:avLst/>
                </a:prstGeom>
                <a:ln w="25400">
                  <a:solidFill>
                    <a:schemeClr val="accent2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212" name="グループ化 211">
                  <a:extLst>
                    <a:ext uri="{FF2B5EF4-FFF2-40B4-BE49-F238E27FC236}">
                      <a16:creationId xmlns:a16="http://schemas.microsoft.com/office/drawing/2014/main" id="{2D168CFF-A4BD-D37F-23C5-8CC9D7A31E2C}"/>
                    </a:ext>
                  </a:extLst>
                </p:cNvPr>
                <p:cNvGrpSpPr/>
                <p:nvPr/>
              </p:nvGrpSpPr>
              <p:grpSpPr>
                <a:xfrm>
                  <a:off x="6391882" y="3930756"/>
                  <a:ext cx="268766" cy="972302"/>
                  <a:chOff x="6444208" y="4036000"/>
                  <a:chExt cx="268766" cy="972302"/>
                </a:xfrm>
              </p:grpSpPr>
              <p:sp>
                <p:nvSpPr>
                  <p:cNvPr id="213" name="フリーフォーム: 図形 212">
                    <a:extLst>
                      <a:ext uri="{FF2B5EF4-FFF2-40B4-BE49-F238E27FC236}">
                        <a16:creationId xmlns:a16="http://schemas.microsoft.com/office/drawing/2014/main" id="{432A328D-0656-DA46-10A6-5E07A637C642}"/>
                      </a:ext>
                    </a:extLst>
                  </p:cNvPr>
                  <p:cNvSpPr/>
                  <p:nvPr/>
                </p:nvSpPr>
                <p:spPr>
                  <a:xfrm>
                    <a:off x="6444208" y="4522151"/>
                    <a:ext cx="268766" cy="486151"/>
                  </a:xfrm>
                  <a:custGeom>
                    <a:avLst/>
                    <a:gdLst>
                      <a:gd name="csX0" fmla="*/ 3094 w 268766"/>
                      <a:gd name="csY0" fmla="*/ 0 h 486151"/>
                      <a:gd name="csX1" fmla="*/ 265672 w 268766"/>
                      <a:gd name="csY1" fmla="*/ 0 h 486151"/>
                      <a:gd name="csX2" fmla="*/ 268766 w 268766"/>
                      <a:gd name="csY2" fmla="*/ 49767 h 486151"/>
                      <a:gd name="csX3" fmla="*/ 134383 w 268766"/>
                      <a:gd name="csY3" fmla="*/ 486151 h 486151"/>
                      <a:gd name="csX4" fmla="*/ 0 w 268766"/>
                      <a:gd name="csY4" fmla="*/ 49767 h 48615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68766" h="486151">
                        <a:moveTo>
                          <a:pt x="3094" y="0"/>
                        </a:moveTo>
                        <a:lnTo>
                          <a:pt x="265672" y="0"/>
                        </a:lnTo>
                        <a:lnTo>
                          <a:pt x="268766" y="49767"/>
                        </a:lnTo>
                        <a:cubicBezTo>
                          <a:pt x="268766" y="290775"/>
                          <a:pt x="208601" y="486151"/>
                          <a:pt x="134383" y="486151"/>
                        </a:cubicBezTo>
                        <a:cubicBezTo>
                          <a:pt x="60165" y="486151"/>
                          <a:pt x="0" y="290775"/>
                          <a:pt x="0" y="49767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2">
                          <a:lumMod val="0"/>
                          <a:lumOff val="100000"/>
                        </a:schemeClr>
                      </a:gs>
                      <a:gs pos="35000">
                        <a:schemeClr val="accent2">
                          <a:lumMod val="0"/>
                          <a:lumOff val="100000"/>
                        </a:schemeClr>
                      </a:gs>
                      <a:gs pos="100000">
                        <a:schemeClr val="accent2">
                          <a:lumMod val="100000"/>
                        </a:schemeClr>
                      </a:gs>
                    </a:gsLst>
                    <a:path path="circle">
                      <a:fillToRect l="50000" t="-80000" r="50000" b="18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ja-JP" altLang="en-US">
                      <a:solidFill>
                        <a:prstClr val="white"/>
                      </a:solidFill>
                      <a:latin typeface="Calibri"/>
                      <a:ea typeface="ＭＳ Ｐゴシック" panose="020B0600070205080204" pitchFamily="50" charset="-128"/>
                    </a:endParaRPr>
                  </a:p>
                </p:txBody>
              </p:sp>
              <p:sp>
                <p:nvSpPr>
                  <p:cNvPr id="214" name="フリーフォーム: 図形 213">
                    <a:extLst>
                      <a:ext uri="{FF2B5EF4-FFF2-40B4-BE49-F238E27FC236}">
                        <a16:creationId xmlns:a16="http://schemas.microsoft.com/office/drawing/2014/main" id="{F9D5A834-90AC-BB15-6BA7-DE243629F615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6444208" y="4036000"/>
                    <a:ext cx="268766" cy="486151"/>
                  </a:xfrm>
                  <a:custGeom>
                    <a:avLst/>
                    <a:gdLst>
                      <a:gd name="csX0" fmla="*/ 3094 w 268766"/>
                      <a:gd name="csY0" fmla="*/ 0 h 486151"/>
                      <a:gd name="csX1" fmla="*/ 265672 w 268766"/>
                      <a:gd name="csY1" fmla="*/ 0 h 486151"/>
                      <a:gd name="csX2" fmla="*/ 268766 w 268766"/>
                      <a:gd name="csY2" fmla="*/ 49767 h 486151"/>
                      <a:gd name="csX3" fmla="*/ 134383 w 268766"/>
                      <a:gd name="csY3" fmla="*/ 486151 h 486151"/>
                      <a:gd name="csX4" fmla="*/ 0 w 268766"/>
                      <a:gd name="csY4" fmla="*/ 49767 h 48615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68766" h="486151">
                        <a:moveTo>
                          <a:pt x="3094" y="0"/>
                        </a:moveTo>
                        <a:lnTo>
                          <a:pt x="265672" y="0"/>
                        </a:lnTo>
                        <a:lnTo>
                          <a:pt x="268766" y="49767"/>
                        </a:lnTo>
                        <a:cubicBezTo>
                          <a:pt x="268766" y="290775"/>
                          <a:pt x="208601" y="486151"/>
                          <a:pt x="134383" y="486151"/>
                        </a:cubicBezTo>
                        <a:cubicBezTo>
                          <a:pt x="60165" y="486151"/>
                          <a:pt x="0" y="290775"/>
                          <a:pt x="0" y="49767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ja-JP" altLang="en-US" dirty="0">
                      <a:solidFill>
                        <a:prstClr val="white"/>
                      </a:solidFill>
                      <a:latin typeface="Calibri"/>
                      <a:ea typeface="ＭＳ Ｐゴシック" panose="020B0600070205080204" pitchFamily="50" charset="-128"/>
                    </a:endParaRPr>
                  </a:p>
                </p:txBody>
              </p:sp>
            </p:grpSp>
          </p:grpSp>
          <p:cxnSp>
            <p:nvCxnSpPr>
              <p:cNvPr id="210" name="直線コネクタ 209">
                <a:extLst>
                  <a:ext uri="{FF2B5EF4-FFF2-40B4-BE49-F238E27FC236}">
                    <a16:creationId xmlns:a16="http://schemas.microsoft.com/office/drawing/2014/main" id="{0FA27F84-5E42-82F3-89F8-DF14476BE1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48669" y="2924944"/>
                <a:ext cx="0" cy="1261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5" name="グループ化 214">
              <a:extLst>
                <a:ext uri="{FF2B5EF4-FFF2-40B4-BE49-F238E27FC236}">
                  <a16:creationId xmlns:a16="http://schemas.microsoft.com/office/drawing/2014/main" id="{FCF19E80-817E-CF1A-81F1-D2104C19ACF0}"/>
                </a:ext>
              </a:extLst>
            </p:cNvPr>
            <p:cNvGrpSpPr/>
            <p:nvPr/>
          </p:nvGrpSpPr>
          <p:grpSpPr>
            <a:xfrm>
              <a:off x="2983192" y="2221592"/>
              <a:ext cx="185490" cy="834552"/>
              <a:chOff x="2471045" y="2216514"/>
              <a:chExt cx="155248" cy="834552"/>
            </a:xfrm>
          </p:grpSpPr>
          <p:grpSp>
            <p:nvGrpSpPr>
              <p:cNvPr id="216" name="グループ化 215">
                <a:extLst>
                  <a:ext uri="{FF2B5EF4-FFF2-40B4-BE49-F238E27FC236}">
                    <a16:creationId xmlns:a16="http://schemas.microsoft.com/office/drawing/2014/main" id="{F5992756-90D2-2E34-1AB5-BE75F6341558}"/>
                  </a:ext>
                </a:extLst>
              </p:cNvPr>
              <p:cNvGrpSpPr/>
              <p:nvPr/>
            </p:nvGrpSpPr>
            <p:grpSpPr>
              <a:xfrm>
                <a:off x="2471045" y="2216514"/>
                <a:ext cx="155248" cy="708430"/>
                <a:chOff x="6391882" y="3930756"/>
                <a:chExt cx="268766" cy="1226436"/>
              </a:xfrm>
            </p:grpSpPr>
            <p:cxnSp>
              <p:nvCxnSpPr>
                <p:cNvPr id="218" name="直線コネクタ 217">
                  <a:extLst>
                    <a:ext uri="{FF2B5EF4-FFF2-40B4-BE49-F238E27FC236}">
                      <a16:creationId xmlns:a16="http://schemas.microsoft.com/office/drawing/2014/main" id="{742C9359-26CA-2EF4-EF0C-50BDDE9C0A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26264" y="4797152"/>
                  <a:ext cx="0" cy="360040"/>
                </a:xfrm>
                <a:prstGeom prst="line">
                  <a:avLst/>
                </a:prstGeom>
                <a:ln w="25400">
                  <a:solidFill>
                    <a:schemeClr val="accent2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219" name="グループ化 218">
                  <a:extLst>
                    <a:ext uri="{FF2B5EF4-FFF2-40B4-BE49-F238E27FC236}">
                      <a16:creationId xmlns:a16="http://schemas.microsoft.com/office/drawing/2014/main" id="{783EC929-1EBF-B32E-D7FA-C8FDC0BB9F8F}"/>
                    </a:ext>
                  </a:extLst>
                </p:cNvPr>
                <p:cNvGrpSpPr/>
                <p:nvPr/>
              </p:nvGrpSpPr>
              <p:grpSpPr>
                <a:xfrm>
                  <a:off x="6391882" y="3930756"/>
                  <a:ext cx="268766" cy="972302"/>
                  <a:chOff x="6444208" y="4036000"/>
                  <a:chExt cx="268766" cy="972302"/>
                </a:xfrm>
              </p:grpSpPr>
              <p:sp>
                <p:nvSpPr>
                  <p:cNvPr id="220" name="フリーフォーム: 図形 219">
                    <a:extLst>
                      <a:ext uri="{FF2B5EF4-FFF2-40B4-BE49-F238E27FC236}">
                        <a16:creationId xmlns:a16="http://schemas.microsoft.com/office/drawing/2014/main" id="{CA978FE3-AC98-6F55-D98D-72AFD219EA6F}"/>
                      </a:ext>
                    </a:extLst>
                  </p:cNvPr>
                  <p:cNvSpPr/>
                  <p:nvPr/>
                </p:nvSpPr>
                <p:spPr>
                  <a:xfrm>
                    <a:off x="6444208" y="4522151"/>
                    <a:ext cx="268766" cy="486151"/>
                  </a:xfrm>
                  <a:custGeom>
                    <a:avLst/>
                    <a:gdLst>
                      <a:gd name="csX0" fmla="*/ 3094 w 268766"/>
                      <a:gd name="csY0" fmla="*/ 0 h 486151"/>
                      <a:gd name="csX1" fmla="*/ 265672 w 268766"/>
                      <a:gd name="csY1" fmla="*/ 0 h 486151"/>
                      <a:gd name="csX2" fmla="*/ 268766 w 268766"/>
                      <a:gd name="csY2" fmla="*/ 49767 h 486151"/>
                      <a:gd name="csX3" fmla="*/ 134383 w 268766"/>
                      <a:gd name="csY3" fmla="*/ 486151 h 486151"/>
                      <a:gd name="csX4" fmla="*/ 0 w 268766"/>
                      <a:gd name="csY4" fmla="*/ 49767 h 48615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68766" h="486151">
                        <a:moveTo>
                          <a:pt x="3094" y="0"/>
                        </a:moveTo>
                        <a:lnTo>
                          <a:pt x="265672" y="0"/>
                        </a:lnTo>
                        <a:lnTo>
                          <a:pt x="268766" y="49767"/>
                        </a:lnTo>
                        <a:cubicBezTo>
                          <a:pt x="268766" y="290775"/>
                          <a:pt x="208601" y="486151"/>
                          <a:pt x="134383" y="486151"/>
                        </a:cubicBezTo>
                        <a:cubicBezTo>
                          <a:pt x="60165" y="486151"/>
                          <a:pt x="0" y="290775"/>
                          <a:pt x="0" y="49767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2">
                          <a:lumMod val="0"/>
                          <a:lumOff val="100000"/>
                        </a:schemeClr>
                      </a:gs>
                      <a:gs pos="35000">
                        <a:schemeClr val="accent2">
                          <a:lumMod val="0"/>
                          <a:lumOff val="100000"/>
                        </a:schemeClr>
                      </a:gs>
                      <a:gs pos="100000">
                        <a:schemeClr val="accent2">
                          <a:lumMod val="100000"/>
                        </a:schemeClr>
                      </a:gs>
                    </a:gsLst>
                    <a:path path="circle">
                      <a:fillToRect l="50000" t="-80000" r="50000" b="18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ja-JP" altLang="en-US">
                      <a:solidFill>
                        <a:prstClr val="white"/>
                      </a:solidFill>
                      <a:latin typeface="Calibri"/>
                      <a:ea typeface="ＭＳ Ｐゴシック" panose="020B0600070205080204" pitchFamily="50" charset="-128"/>
                    </a:endParaRPr>
                  </a:p>
                </p:txBody>
              </p:sp>
              <p:sp>
                <p:nvSpPr>
                  <p:cNvPr id="221" name="フリーフォーム: 図形 220">
                    <a:extLst>
                      <a:ext uri="{FF2B5EF4-FFF2-40B4-BE49-F238E27FC236}">
                        <a16:creationId xmlns:a16="http://schemas.microsoft.com/office/drawing/2014/main" id="{17B1E22C-AB07-2C92-D8CD-D35FE0E242D7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6444208" y="4036000"/>
                    <a:ext cx="268766" cy="486151"/>
                  </a:xfrm>
                  <a:custGeom>
                    <a:avLst/>
                    <a:gdLst>
                      <a:gd name="csX0" fmla="*/ 3094 w 268766"/>
                      <a:gd name="csY0" fmla="*/ 0 h 486151"/>
                      <a:gd name="csX1" fmla="*/ 265672 w 268766"/>
                      <a:gd name="csY1" fmla="*/ 0 h 486151"/>
                      <a:gd name="csX2" fmla="*/ 268766 w 268766"/>
                      <a:gd name="csY2" fmla="*/ 49767 h 486151"/>
                      <a:gd name="csX3" fmla="*/ 134383 w 268766"/>
                      <a:gd name="csY3" fmla="*/ 486151 h 486151"/>
                      <a:gd name="csX4" fmla="*/ 0 w 268766"/>
                      <a:gd name="csY4" fmla="*/ 49767 h 48615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68766" h="486151">
                        <a:moveTo>
                          <a:pt x="3094" y="0"/>
                        </a:moveTo>
                        <a:lnTo>
                          <a:pt x="265672" y="0"/>
                        </a:lnTo>
                        <a:lnTo>
                          <a:pt x="268766" y="49767"/>
                        </a:lnTo>
                        <a:cubicBezTo>
                          <a:pt x="268766" y="290775"/>
                          <a:pt x="208601" y="486151"/>
                          <a:pt x="134383" y="486151"/>
                        </a:cubicBezTo>
                        <a:cubicBezTo>
                          <a:pt x="60165" y="486151"/>
                          <a:pt x="0" y="290775"/>
                          <a:pt x="0" y="49767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ja-JP" altLang="en-US" dirty="0">
                      <a:solidFill>
                        <a:prstClr val="white"/>
                      </a:solidFill>
                      <a:latin typeface="Calibri"/>
                      <a:ea typeface="ＭＳ Ｐゴシック" panose="020B0600070205080204" pitchFamily="50" charset="-128"/>
                    </a:endParaRPr>
                  </a:p>
                </p:txBody>
              </p:sp>
            </p:grpSp>
          </p:grpSp>
          <p:cxnSp>
            <p:nvCxnSpPr>
              <p:cNvPr id="217" name="直線コネクタ 216">
                <a:extLst>
                  <a:ext uri="{FF2B5EF4-FFF2-40B4-BE49-F238E27FC236}">
                    <a16:creationId xmlns:a16="http://schemas.microsoft.com/office/drawing/2014/main" id="{B54D7C79-6545-EDB4-C10E-4A2710B345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48669" y="2924944"/>
                <a:ext cx="0" cy="1261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2" name="グループ化 221">
              <a:extLst>
                <a:ext uri="{FF2B5EF4-FFF2-40B4-BE49-F238E27FC236}">
                  <a16:creationId xmlns:a16="http://schemas.microsoft.com/office/drawing/2014/main" id="{FFF1437B-EFBF-C150-28DF-40D5BA9D56B6}"/>
                </a:ext>
              </a:extLst>
            </p:cNvPr>
            <p:cNvGrpSpPr/>
            <p:nvPr/>
          </p:nvGrpSpPr>
          <p:grpSpPr>
            <a:xfrm>
              <a:off x="3493158" y="2207826"/>
              <a:ext cx="185490" cy="834552"/>
              <a:chOff x="2471045" y="2216514"/>
              <a:chExt cx="155248" cy="834552"/>
            </a:xfrm>
          </p:grpSpPr>
          <p:grpSp>
            <p:nvGrpSpPr>
              <p:cNvPr id="223" name="グループ化 222">
                <a:extLst>
                  <a:ext uri="{FF2B5EF4-FFF2-40B4-BE49-F238E27FC236}">
                    <a16:creationId xmlns:a16="http://schemas.microsoft.com/office/drawing/2014/main" id="{319ABD4B-7492-41C4-9851-A6E672D7DD73}"/>
                  </a:ext>
                </a:extLst>
              </p:cNvPr>
              <p:cNvGrpSpPr/>
              <p:nvPr/>
            </p:nvGrpSpPr>
            <p:grpSpPr>
              <a:xfrm>
                <a:off x="2471045" y="2216514"/>
                <a:ext cx="155248" cy="708430"/>
                <a:chOff x="6391882" y="3930756"/>
                <a:chExt cx="268766" cy="1226436"/>
              </a:xfrm>
            </p:grpSpPr>
            <p:cxnSp>
              <p:nvCxnSpPr>
                <p:cNvPr id="225" name="直線コネクタ 224">
                  <a:extLst>
                    <a:ext uri="{FF2B5EF4-FFF2-40B4-BE49-F238E27FC236}">
                      <a16:creationId xmlns:a16="http://schemas.microsoft.com/office/drawing/2014/main" id="{E88678FB-6EE6-32A5-910F-675C4B7EDE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26264" y="4797152"/>
                  <a:ext cx="0" cy="360040"/>
                </a:xfrm>
                <a:prstGeom prst="line">
                  <a:avLst/>
                </a:prstGeom>
                <a:ln w="25400">
                  <a:solidFill>
                    <a:schemeClr val="accent2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226" name="グループ化 225">
                  <a:extLst>
                    <a:ext uri="{FF2B5EF4-FFF2-40B4-BE49-F238E27FC236}">
                      <a16:creationId xmlns:a16="http://schemas.microsoft.com/office/drawing/2014/main" id="{63548251-3F8D-E56A-0B52-094C05A00BCF}"/>
                    </a:ext>
                  </a:extLst>
                </p:cNvPr>
                <p:cNvGrpSpPr/>
                <p:nvPr/>
              </p:nvGrpSpPr>
              <p:grpSpPr>
                <a:xfrm>
                  <a:off x="6391882" y="3930756"/>
                  <a:ext cx="268766" cy="972302"/>
                  <a:chOff x="6444208" y="4036000"/>
                  <a:chExt cx="268766" cy="972302"/>
                </a:xfrm>
              </p:grpSpPr>
              <p:sp>
                <p:nvSpPr>
                  <p:cNvPr id="227" name="フリーフォーム: 図形 226">
                    <a:extLst>
                      <a:ext uri="{FF2B5EF4-FFF2-40B4-BE49-F238E27FC236}">
                        <a16:creationId xmlns:a16="http://schemas.microsoft.com/office/drawing/2014/main" id="{DA36DEEB-C96E-3747-C562-BF42C5F19039}"/>
                      </a:ext>
                    </a:extLst>
                  </p:cNvPr>
                  <p:cNvSpPr/>
                  <p:nvPr/>
                </p:nvSpPr>
                <p:spPr>
                  <a:xfrm>
                    <a:off x="6444208" y="4522151"/>
                    <a:ext cx="268766" cy="486151"/>
                  </a:xfrm>
                  <a:custGeom>
                    <a:avLst/>
                    <a:gdLst>
                      <a:gd name="csX0" fmla="*/ 3094 w 268766"/>
                      <a:gd name="csY0" fmla="*/ 0 h 486151"/>
                      <a:gd name="csX1" fmla="*/ 265672 w 268766"/>
                      <a:gd name="csY1" fmla="*/ 0 h 486151"/>
                      <a:gd name="csX2" fmla="*/ 268766 w 268766"/>
                      <a:gd name="csY2" fmla="*/ 49767 h 486151"/>
                      <a:gd name="csX3" fmla="*/ 134383 w 268766"/>
                      <a:gd name="csY3" fmla="*/ 486151 h 486151"/>
                      <a:gd name="csX4" fmla="*/ 0 w 268766"/>
                      <a:gd name="csY4" fmla="*/ 49767 h 48615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68766" h="486151">
                        <a:moveTo>
                          <a:pt x="3094" y="0"/>
                        </a:moveTo>
                        <a:lnTo>
                          <a:pt x="265672" y="0"/>
                        </a:lnTo>
                        <a:lnTo>
                          <a:pt x="268766" y="49767"/>
                        </a:lnTo>
                        <a:cubicBezTo>
                          <a:pt x="268766" y="290775"/>
                          <a:pt x="208601" y="486151"/>
                          <a:pt x="134383" y="486151"/>
                        </a:cubicBezTo>
                        <a:cubicBezTo>
                          <a:pt x="60165" y="486151"/>
                          <a:pt x="0" y="290775"/>
                          <a:pt x="0" y="49767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2">
                          <a:lumMod val="0"/>
                          <a:lumOff val="100000"/>
                        </a:schemeClr>
                      </a:gs>
                      <a:gs pos="35000">
                        <a:schemeClr val="accent2">
                          <a:lumMod val="0"/>
                          <a:lumOff val="100000"/>
                        </a:schemeClr>
                      </a:gs>
                      <a:gs pos="100000">
                        <a:schemeClr val="accent2">
                          <a:lumMod val="100000"/>
                        </a:schemeClr>
                      </a:gs>
                    </a:gsLst>
                    <a:path path="circle">
                      <a:fillToRect l="50000" t="-80000" r="50000" b="18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ja-JP" altLang="en-US">
                      <a:solidFill>
                        <a:prstClr val="white"/>
                      </a:solidFill>
                      <a:latin typeface="Calibri"/>
                      <a:ea typeface="ＭＳ Ｐゴシック" panose="020B0600070205080204" pitchFamily="50" charset="-128"/>
                    </a:endParaRPr>
                  </a:p>
                </p:txBody>
              </p:sp>
              <p:sp>
                <p:nvSpPr>
                  <p:cNvPr id="228" name="フリーフォーム: 図形 227">
                    <a:extLst>
                      <a:ext uri="{FF2B5EF4-FFF2-40B4-BE49-F238E27FC236}">
                        <a16:creationId xmlns:a16="http://schemas.microsoft.com/office/drawing/2014/main" id="{C6C894B7-18F5-DCE7-36D6-707C6A508867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6444208" y="4036000"/>
                    <a:ext cx="268766" cy="486151"/>
                  </a:xfrm>
                  <a:custGeom>
                    <a:avLst/>
                    <a:gdLst>
                      <a:gd name="csX0" fmla="*/ 3094 w 268766"/>
                      <a:gd name="csY0" fmla="*/ 0 h 486151"/>
                      <a:gd name="csX1" fmla="*/ 265672 w 268766"/>
                      <a:gd name="csY1" fmla="*/ 0 h 486151"/>
                      <a:gd name="csX2" fmla="*/ 268766 w 268766"/>
                      <a:gd name="csY2" fmla="*/ 49767 h 486151"/>
                      <a:gd name="csX3" fmla="*/ 134383 w 268766"/>
                      <a:gd name="csY3" fmla="*/ 486151 h 486151"/>
                      <a:gd name="csX4" fmla="*/ 0 w 268766"/>
                      <a:gd name="csY4" fmla="*/ 49767 h 48615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68766" h="486151">
                        <a:moveTo>
                          <a:pt x="3094" y="0"/>
                        </a:moveTo>
                        <a:lnTo>
                          <a:pt x="265672" y="0"/>
                        </a:lnTo>
                        <a:lnTo>
                          <a:pt x="268766" y="49767"/>
                        </a:lnTo>
                        <a:cubicBezTo>
                          <a:pt x="268766" y="290775"/>
                          <a:pt x="208601" y="486151"/>
                          <a:pt x="134383" y="486151"/>
                        </a:cubicBezTo>
                        <a:cubicBezTo>
                          <a:pt x="60165" y="486151"/>
                          <a:pt x="0" y="290775"/>
                          <a:pt x="0" y="49767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ja-JP" altLang="en-US" dirty="0">
                      <a:solidFill>
                        <a:prstClr val="white"/>
                      </a:solidFill>
                      <a:latin typeface="Calibri"/>
                      <a:ea typeface="ＭＳ Ｐゴシック" panose="020B0600070205080204" pitchFamily="50" charset="-128"/>
                    </a:endParaRPr>
                  </a:p>
                </p:txBody>
              </p:sp>
            </p:grpSp>
          </p:grpSp>
          <p:cxnSp>
            <p:nvCxnSpPr>
              <p:cNvPr id="224" name="直線コネクタ 223">
                <a:extLst>
                  <a:ext uri="{FF2B5EF4-FFF2-40B4-BE49-F238E27FC236}">
                    <a16:creationId xmlns:a16="http://schemas.microsoft.com/office/drawing/2014/main" id="{6C833B55-D070-4F2E-292B-141FABC97B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48669" y="2924944"/>
                <a:ext cx="0" cy="1261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9" name="グループ化 228">
              <a:extLst>
                <a:ext uri="{FF2B5EF4-FFF2-40B4-BE49-F238E27FC236}">
                  <a16:creationId xmlns:a16="http://schemas.microsoft.com/office/drawing/2014/main" id="{A9125727-4B2F-3496-8E88-F7AE076D171E}"/>
                </a:ext>
              </a:extLst>
            </p:cNvPr>
            <p:cNvGrpSpPr/>
            <p:nvPr/>
          </p:nvGrpSpPr>
          <p:grpSpPr>
            <a:xfrm>
              <a:off x="4003121" y="2207791"/>
              <a:ext cx="185490" cy="834552"/>
              <a:chOff x="2471045" y="2216514"/>
              <a:chExt cx="155248" cy="834552"/>
            </a:xfrm>
          </p:grpSpPr>
          <p:grpSp>
            <p:nvGrpSpPr>
              <p:cNvPr id="230" name="グループ化 229">
                <a:extLst>
                  <a:ext uri="{FF2B5EF4-FFF2-40B4-BE49-F238E27FC236}">
                    <a16:creationId xmlns:a16="http://schemas.microsoft.com/office/drawing/2014/main" id="{B0451614-FE7F-E3BE-C4C2-FE3C11EB99A7}"/>
                  </a:ext>
                </a:extLst>
              </p:cNvPr>
              <p:cNvGrpSpPr/>
              <p:nvPr/>
            </p:nvGrpSpPr>
            <p:grpSpPr>
              <a:xfrm>
                <a:off x="2471045" y="2216514"/>
                <a:ext cx="155248" cy="708430"/>
                <a:chOff x="6391882" y="3930756"/>
                <a:chExt cx="268766" cy="1226436"/>
              </a:xfrm>
            </p:grpSpPr>
            <p:cxnSp>
              <p:nvCxnSpPr>
                <p:cNvPr id="232" name="直線コネクタ 231">
                  <a:extLst>
                    <a:ext uri="{FF2B5EF4-FFF2-40B4-BE49-F238E27FC236}">
                      <a16:creationId xmlns:a16="http://schemas.microsoft.com/office/drawing/2014/main" id="{45DAE9D1-5F4C-9FAB-9D28-2A828B8C4A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26264" y="4797152"/>
                  <a:ext cx="0" cy="360040"/>
                </a:xfrm>
                <a:prstGeom prst="line">
                  <a:avLst/>
                </a:prstGeom>
                <a:ln w="25400">
                  <a:solidFill>
                    <a:schemeClr val="accent2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233" name="グループ化 232">
                  <a:extLst>
                    <a:ext uri="{FF2B5EF4-FFF2-40B4-BE49-F238E27FC236}">
                      <a16:creationId xmlns:a16="http://schemas.microsoft.com/office/drawing/2014/main" id="{1A5538E2-FF0C-988B-DEDA-2480FB0295CC}"/>
                    </a:ext>
                  </a:extLst>
                </p:cNvPr>
                <p:cNvGrpSpPr/>
                <p:nvPr/>
              </p:nvGrpSpPr>
              <p:grpSpPr>
                <a:xfrm>
                  <a:off x="6391882" y="3930756"/>
                  <a:ext cx="268766" cy="972302"/>
                  <a:chOff x="6444208" y="4036000"/>
                  <a:chExt cx="268766" cy="972302"/>
                </a:xfrm>
              </p:grpSpPr>
              <p:sp>
                <p:nvSpPr>
                  <p:cNvPr id="234" name="フリーフォーム: 図形 233">
                    <a:extLst>
                      <a:ext uri="{FF2B5EF4-FFF2-40B4-BE49-F238E27FC236}">
                        <a16:creationId xmlns:a16="http://schemas.microsoft.com/office/drawing/2014/main" id="{42B44F01-046F-66CD-3290-0B488BA74BFB}"/>
                      </a:ext>
                    </a:extLst>
                  </p:cNvPr>
                  <p:cNvSpPr/>
                  <p:nvPr/>
                </p:nvSpPr>
                <p:spPr>
                  <a:xfrm>
                    <a:off x="6444208" y="4522151"/>
                    <a:ext cx="268766" cy="486151"/>
                  </a:xfrm>
                  <a:custGeom>
                    <a:avLst/>
                    <a:gdLst>
                      <a:gd name="csX0" fmla="*/ 3094 w 268766"/>
                      <a:gd name="csY0" fmla="*/ 0 h 486151"/>
                      <a:gd name="csX1" fmla="*/ 265672 w 268766"/>
                      <a:gd name="csY1" fmla="*/ 0 h 486151"/>
                      <a:gd name="csX2" fmla="*/ 268766 w 268766"/>
                      <a:gd name="csY2" fmla="*/ 49767 h 486151"/>
                      <a:gd name="csX3" fmla="*/ 134383 w 268766"/>
                      <a:gd name="csY3" fmla="*/ 486151 h 486151"/>
                      <a:gd name="csX4" fmla="*/ 0 w 268766"/>
                      <a:gd name="csY4" fmla="*/ 49767 h 48615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68766" h="486151">
                        <a:moveTo>
                          <a:pt x="3094" y="0"/>
                        </a:moveTo>
                        <a:lnTo>
                          <a:pt x="265672" y="0"/>
                        </a:lnTo>
                        <a:lnTo>
                          <a:pt x="268766" y="49767"/>
                        </a:lnTo>
                        <a:cubicBezTo>
                          <a:pt x="268766" y="290775"/>
                          <a:pt x="208601" y="486151"/>
                          <a:pt x="134383" y="486151"/>
                        </a:cubicBezTo>
                        <a:cubicBezTo>
                          <a:pt x="60165" y="486151"/>
                          <a:pt x="0" y="290775"/>
                          <a:pt x="0" y="49767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2">
                          <a:lumMod val="0"/>
                          <a:lumOff val="100000"/>
                        </a:schemeClr>
                      </a:gs>
                      <a:gs pos="35000">
                        <a:schemeClr val="accent2">
                          <a:lumMod val="0"/>
                          <a:lumOff val="100000"/>
                        </a:schemeClr>
                      </a:gs>
                      <a:gs pos="100000">
                        <a:schemeClr val="accent2">
                          <a:lumMod val="100000"/>
                        </a:schemeClr>
                      </a:gs>
                    </a:gsLst>
                    <a:path path="circle">
                      <a:fillToRect l="50000" t="-80000" r="50000" b="18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ja-JP" altLang="en-US">
                      <a:solidFill>
                        <a:prstClr val="white"/>
                      </a:solidFill>
                      <a:latin typeface="Calibri"/>
                      <a:ea typeface="ＭＳ Ｐゴシック" panose="020B0600070205080204" pitchFamily="50" charset="-128"/>
                    </a:endParaRPr>
                  </a:p>
                </p:txBody>
              </p:sp>
              <p:sp>
                <p:nvSpPr>
                  <p:cNvPr id="235" name="フリーフォーム: 図形 234">
                    <a:extLst>
                      <a:ext uri="{FF2B5EF4-FFF2-40B4-BE49-F238E27FC236}">
                        <a16:creationId xmlns:a16="http://schemas.microsoft.com/office/drawing/2014/main" id="{B141248E-076A-4481-1D7F-A6E3FE0FB6F1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6444208" y="4036000"/>
                    <a:ext cx="268766" cy="486151"/>
                  </a:xfrm>
                  <a:custGeom>
                    <a:avLst/>
                    <a:gdLst>
                      <a:gd name="csX0" fmla="*/ 3094 w 268766"/>
                      <a:gd name="csY0" fmla="*/ 0 h 486151"/>
                      <a:gd name="csX1" fmla="*/ 265672 w 268766"/>
                      <a:gd name="csY1" fmla="*/ 0 h 486151"/>
                      <a:gd name="csX2" fmla="*/ 268766 w 268766"/>
                      <a:gd name="csY2" fmla="*/ 49767 h 486151"/>
                      <a:gd name="csX3" fmla="*/ 134383 w 268766"/>
                      <a:gd name="csY3" fmla="*/ 486151 h 486151"/>
                      <a:gd name="csX4" fmla="*/ 0 w 268766"/>
                      <a:gd name="csY4" fmla="*/ 49767 h 48615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68766" h="486151">
                        <a:moveTo>
                          <a:pt x="3094" y="0"/>
                        </a:moveTo>
                        <a:lnTo>
                          <a:pt x="265672" y="0"/>
                        </a:lnTo>
                        <a:lnTo>
                          <a:pt x="268766" y="49767"/>
                        </a:lnTo>
                        <a:cubicBezTo>
                          <a:pt x="268766" y="290775"/>
                          <a:pt x="208601" y="486151"/>
                          <a:pt x="134383" y="486151"/>
                        </a:cubicBezTo>
                        <a:cubicBezTo>
                          <a:pt x="60165" y="486151"/>
                          <a:pt x="0" y="290775"/>
                          <a:pt x="0" y="49767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ja-JP" altLang="en-US" dirty="0">
                      <a:solidFill>
                        <a:prstClr val="white"/>
                      </a:solidFill>
                      <a:latin typeface="Calibri"/>
                      <a:ea typeface="ＭＳ Ｐゴシック" panose="020B0600070205080204" pitchFamily="50" charset="-128"/>
                    </a:endParaRPr>
                  </a:p>
                </p:txBody>
              </p:sp>
            </p:grpSp>
          </p:grpSp>
          <p:cxnSp>
            <p:nvCxnSpPr>
              <p:cNvPr id="231" name="直線コネクタ 230">
                <a:extLst>
                  <a:ext uri="{FF2B5EF4-FFF2-40B4-BE49-F238E27FC236}">
                    <a16:creationId xmlns:a16="http://schemas.microsoft.com/office/drawing/2014/main" id="{97C0DB62-6F8A-B5DA-33C4-CECFDBC944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48669" y="2924944"/>
                <a:ext cx="0" cy="1261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01" name="グループ化 400">
            <a:extLst>
              <a:ext uri="{FF2B5EF4-FFF2-40B4-BE49-F238E27FC236}">
                <a16:creationId xmlns:a16="http://schemas.microsoft.com/office/drawing/2014/main" id="{AEC097DA-AF43-1DC3-07AD-390A1C3D87E6}"/>
              </a:ext>
            </a:extLst>
          </p:cNvPr>
          <p:cNvGrpSpPr>
            <a:grpSpLocks noChangeAspect="1"/>
          </p:cNvGrpSpPr>
          <p:nvPr/>
        </p:nvGrpSpPr>
        <p:grpSpPr>
          <a:xfrm>
            <a:off x="6368122" y="2194716"/>
            <a:ext cx="1560173" cy="900000"/>
            <a:chOff x="4623279" y="2185565"/>
            <a:chExt cx="1872208" cy="1081525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15DEED83-430D-C177-CEA6-E56CD7222DA0}"/>
                </a:ext>
              </a:extLst>
            </p:cNvPr>
            <p:cNvSpPr/>
            <p:nvPr/>
          </p:nvSpPr>
          <p:spPr>
            <a:xfrm>
              <a:off x="4623279" y="3051066"/>
              <a:ext cx="1872208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>
                  <a:solidFill>
                    <a:prstClr val="white"/>
                  </a:solidFill>
                  <a:latin typeface="Calibri"/>
                  <a:ea typeface="ＭＳ Ｐゴシック" panose="020B0600070205080204" pitchFamily="50" charset="-128"/>
                </a:rPr>
                <a:t>ITO</a:t>
              </a:r>
              <a:endParaRPr lang="ja-JP" altLang="en-US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endParaRPr>
            </a:p>
          </p:txBody>
        </p:sp>
        <p:grpSp>
          <p:nvGrpSpPr>
            <p:cNvPr id="292" name="グループ化 291">
              <a:extLst>
                <a:ext uri="{FF2B5EF4-FFF2-40B4-BE49-F238E27FC236}">
                  <a16:creationId xmlns:a16="http://schemas.microsoft.com/office/drawing/2014/main" id="{E1A1BD2A-D261-0FD0-9D7B-D05B6F5499E7}"/>
                </a:ext>
              </a:extLst>
            </p:cNvPr>
            <p:cNvGrpSpPr/>
            <p:nvPr/>
          </p:nvGrpSpPr>
          <p:grpSpPr>
            <a:xfrm>
              <a:off x="4711599" y="2189489"/>
              <a:ext cx="185490" cy="834552"/>
              <a:chOff x="2471045" y="2216514"/>
              <a:chExt cx="155248" cy="834552"/>
            </a:xfrm>
          </p:grpSpPr>
          <p:grpSp>
            <p:nvGrpSpPr>
              <p:cNvPr id="293" name="グループ化 292">
                <a:extLst>
                  <a:ext uri="{FF2B5EF4-FFF2-40B4-BE49-F238E27FC236}">
                    <a16:creationId xmlns:a16="http://schemas.microsoft.com/office/drawing/2014/main" id="{9E4ED04F-E450-8FB3-CD3A-F12316D5F5B2}"/>
                  </a:ext>
                </a:extLst>
              </p:cNvPr>
              <p:cNvGrpSpPr/>
              <p:nvPr/>
            </p:nvGrpSpPr>
            <p:grpSpPr>
              <a:xfrm>
                <a:off x="2471045" y="2216514"/>
                <a:ext cx="155248" cy="708430"/>
                <a:chOff x="6391882" y="3930756"/>
                <a:chExt cx="268766" cy="1226436"/>
              </a:xfrm>
            </p:grpSpPr>
            <p:cxnSp>
              <p:nvCxnSpPr>
                <p:cNvPr id="295" name="直線コネクタ 294">
                  <a:extLst>
                    <a:ext uri="{FF2B5EF4-FFF2-40B4-BE49-F238E27FC236}">
                      <a16:creationId xmlns:a16="http://schemas.microsoft.com/office/drawing/2014/main" id="{5A8115DB-EA7F-9CB4-E800-D41C7EBCB8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26264" y="4797152"/>
                  <a:ext cx="0" cy="360040"/>
                </a:xfrm>
                <a:prstGeom prst="line">
                  <a:avLst/>
                </a:prstGeom>
                <a:ln w="25400">
                  <a:solidFill>
                    <a:schemeClr val="accent2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296" name="グループ化 295">
                  <a:extLst>
                    <a:ext uri="{FF2B5EF4-FFF2-40B4-BE49-F238E27FC236}">
                      <a16:creationId xmlns:a16="http://schemas.microsoft.com/office/drawing/2014/main" id="{64004D32-7AA7-D28A-2F3A-4DF04C884A64}"/>
                    </a:ext>
                  </a:extLst>
                </p:cNvPr>
                <p:cNvGrpSpPr/>
                <p:nvPr/>
              </p:nvGrpSpPr>
              <p:grpSpPr>
                <a:xfrm>
                  <a:off x="6391882" y="3930756"/>
                  <a:ext cx="268766" cy="972302"/>
                  <a:chOff x="6444208" y="4036000"/>
                  <a:chExt cx="268766" cy="972302"/>
                </a:xfrm>
              </p:grpSpPr>
              <p:sp>
                <p:nvSpPr>
                  <p:cNvPr id="297" name="フリーフォーム: 図形 296">
                    <a:extLst>
                      <a:ext uri="{FF2B5EF4-FFF2-40B4-BE49-F238E27FC236}">
                        <a16:creationId xmlns:a16="http://schemas.microsoft.com/office/drawing/2014/main" id="{FA0E88A1-E8E5-2E1F-F459-0A3AF0F5CB7F}"/>
                      </a:ext>
                    </a:extLst>
                  </p:cNvPr>
                  <p:cNvSpPr/>
                  <p:nvPr/>
                </p:nvSpPr>
                <p:spPr>
                  <a:xfrm>
                    <a:off x="6444208" y="4522151"/>
                    <a:ext cx="268766" cy="486151"/>
                  </a:xfrm>
                  <a:custGeom>
                    <a:avLst/>
                    <a:gdLst>
                      <a:gd name="csX0" fmla="*/ 3094 w 268766"/>
                      <a:gd name="csY0" fmla="*/ 0 h 486151"/>
                      <a:gd name="csX1" fmla="*/ 265672 w 268766"/>
                      <a:gd name="csY1" fmla="*/ 0 h 486151"/>
                      <a:gd name="csX2" fmla="*/ 268766 w 268766"/>
                      <a:gd name="csY2" fmla="*/ 49767 h 486151"/>
                      <a:gd name="csX3" fmla="*/ 134383 w 268766"/>
                      <a:gd name="csY3" fmla="*/ 486151 h 486151"/>
                      <a:gd name="csX4" fmla="*/ 0 w 268766"/>
                      <a:gd name="csY4" fmla="*/ 49767 h 48615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68766" h="486151">
                        <a:moveTo>
                          <a:pt x="3094" y="0"/>
                        </a:moveTo>
                        <a:lnTo>
                          <a:pt x="265672" y="0"/>
                        </a:lnTo>
                        <a:lnTo>
                          <a:pt x="268766" y="49767"/>
                        </a:lnTo>
                        <a:cubicBezTo>
                          <a:pt x="268766" y="290775"/>
                          <a:pt x="208601" y="486151"/>
                          <a:pt x="134383" y="486151"/>
                        </a:cubicBezTo>
                        <a:cubicBezTo>
                          <a:pt x="60165" y="486151"/>
                          <a:pt x="0" y="290775"/>
                          <a:pt x="0" y="49767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2">
                          <a:lumMod val="0"/>
                          <a:lumOff val="100000"/>
                        </a:schemeClr>
                      </a:gs>
                      <a:gs pos="35000">
                        <a:schemeClr val="accent2">
                          <a:lumMod val="0"/>
                          <a:lumOff val="100000"/>
                        </a:schemeClr>
                      </a:gs>
                      <a:gs pos="100000">
                        <a:schemeClr val="accent2">
                          <a:lumMod val="100000"/>
                        </a:schemeClr>
                      </a:gs>
                    </a:gsLst>
                    <a:path path="circle">
                      <a:fillToRect l="50000" t="-80000" r="50000" b="18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ja-JP" altLang="en-US">
                      <a:solidFill>
                        <a:prstClr val="white"/>
                      </a:solidFill>
                      <a:latin typeface="Calibri"/>
                      <a:ea typeface="ＭＳ Ｐゴシック" panose="020B0600070205080204" pitchFamily="50" charset="-128"/>
                    </a:endParaRPr>
                  </a:p>
                </p:txBody>
              </p:sp>
              <p:sp>
                <p:nvSpPr>
                  <p:cNvPr id="298" name="フリーフォーム: 図形 297">
                    <a:extLst>
                      <a:ext uri="{FF2B5EF4-FFF2-40B4-BE49-F238E27FC236}">
                        <a16:creationId xmlns:a16="http://schemas.microsoft.com/office/drawing/2014/main" id="{DEB7A010-6DD1-E816-4457-206D436F2EA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6444208" y="4036000"/>
                    <a:ext cx="268766" cy="486151"/>
                  </a:xfrm>
                  <a:custGeom>
                    <a:avLst/>
                    <a:gdLst>
                      <a:gd name="csX0" fmla="*/ 3094 w 268766"/>
                      <a:gd name="csY0" fmla="*/ 0 h 486151"/>
                      <a:gd name="csX1" fmla="*/ 265672 w 268766"/>
                      <a:gd name="csY1" fmla="*/ 0 h 486151"/>
                      <a:gd name="csX2" fmla="*/ 268766 w 268766"/>
                      <a:gd name="csY2" fmla="*/ 49767 h 486151"/>
                      <a:gd name="csX3" fmla="*/ 134383 w 268766"/>
                      <a:gd name="csY3" fmla="*/ 486151 h 486151"/>
                      <a:gd name="csX4" fmla="*/ 0 w 268766"/>
                      <a:gd name="csY4" fmla="*/ 49767 h 48615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68766" h="486151">
                        <a:moveTo>
                          <a:pt x="3094" y="0"/>
                        </a:moveTo>
                        <a:lnTo>
                          <a:pt x="265672" y="0"/>
                        </a:lnTo>
                        <a:lnTo>
                          <a:pt x="268766" y="49767"/>
                        </a:lnTo>
                        <a:cubicBezTo>
                          <a:pt x="268766" y="290775"/>
                          <a:pt x="208601" y="486151"/>
                          <a:pt x="134383" y="486151"/>
                        </a:cubicBezTo>
                        <a:cubicBezTo>
                          <a:pt x="60165" y="486151"/>
                          <a:pt x="0" y="290775"/>
                          <a:pt x="0" y="49767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ja-JP" altLang="en-US" dirty="0">
                      <a:solidFill>
                        <a:prstClr val="white"/>
                      </a:solidFill>
                      <a:latin typeface="Calibri"/>
                      <a:ea typeface="ＭＳ Ｐゴシック" panose="020B0600070205080204" pitchFamily="50" charset="-128"/>
                    </a:endParaRPr>
                  </a:p>
                </p:txBody>
              </p:sp>
            </p:grpSp>
          </p:grpSp>
          <p:cxnSp>
            <p:nvCxnSpPr>
              <p:cNvPr id="294" name="直線コネクタ 293">
                <a:extLst>
                  <a:ext uri="{FF2B5EF4-FFF2-40B4-BE49-F238E27FC236}">
                    <a16:creationId xmlns:a16="http://schemas.microsoft.com/office/drawing/2014/main" id="{A8635938-4C2A-40AD-D8FB-5244C38EB2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48669" y="2924944"/>
                <a:ext cx="0" cy="1261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9" name="グループ化 298">
              <a:extLst>
                <a:ext uri="{FF2B5EF4-FFF2-40B4-BE49-F238E27FC236}">
                  <a16:creationId xmlns:a16="http://schemas.microsoft.com/office/drawing/2014/main" id="{CF5DAB83-F930-CAE6-BB51-3E2A1260FADC}"/>
                </a:ext>
              </a:extLst>
            </p:cNvPr>
            <p:cNvGrpSpPr/>
            <p:nvPr/>
          </p:nvGrpSpPr>
          <p:grpSpPr>
            <a:xfrm>
              <a:off x="5221565" y="2199366"/>
              <a:ext cx="185490" cy="834552"/>
              <a:chOff x="2471045" y="2216514"/>
              <a:chExt cx="155248" cy="834552"/>
            </a:xfrm>
          </p:grpSpPr>
          <p:grpSp>
            <p:nvGrpSpPr>
              <p:cNvPr id="300" name="グループ化 299">
                <a:extLst>
                  <a:ext uri="{FF2B5EF4-FFF2-40B4-BE49-F238E27FC236}">
                    <a16:creationId xmlns:a16="http://schemas.microsoft.com/office/drawing/2014/main" id="{6BDB15CB-9C2A-4489-F231-87D6740F7BAD}"/>
                  </a:ext>
                </a:extLst>
              </p:cNvPr>
              <p:cNvGrpSpPr/>
              <p:nvPr/>
            </p:nvGrpSpPr>
            <p:grpSpPr>
              <a:xfrm>
                <a:off x="2471045" y="2216514"/>
                <a:ext cx="155248" cy="708430"/>
                <a:chOff x="6391882" y="3930756"/>
                <a:chExt cx="268766" cy="1226436"/>
              </a:xfrm>
            </p:grpSpPr>
            <p:cxnSp>
              <p:nvCxnSpPr>
                <p:cNvPr id="302" name="直線コネクタ 301">
                  <a:extLst>
                    <a:ext uri="{FF2B5EF4-FFF2-40B4-BE49-F238E27FC236}">
                      <a16:creationId xmlns:a16="http://schemas.microsoft.com/office/drawing/2014/main" id="{CD4DB3BD-3CA6-5528-C1CC-74FA60868F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26264" y="4797152"/>
                  <a:ext cx="0" cy="360040"/>
                </a:xfrm>
                <a:prstGeom prst="line">
                  <a:avLst/>
                </a:prstGeom>
                <a:ln w="25400">
                  <a:solidFill>
                    <a:schemeClr val="accent2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303" name="グループ化 302">
                  <a:extLst>
                    <a:ext uri="{FF2B5EF4-FFF2-40B4-BE49-F238E27FC236}">
                      <a16:creationId xmlns:a16="http://schemas.microsoft.com/office/drawing/2014/main" id="{883F07BC-3D81-FE6A-EEE8-6A4D5609763C}"/>
                    </a:ext>
                  </a:extLst>
                </p:cNvPr>
                <p:cNvGrpSpPr/>
                <p:nvPr/>
              </p:nvGrpSpPr>
              <p:grpSpPr>
                <a:xfrm>
                  <a:off x="6391882" y="3930756"/>
                  <a:ext cx="268766" cy="972302"/>
                  <a:chOff x="6444208" y="4036000"/>
                  <a:chExt cx="268766" cy="972302"/>
                </a:xfrm>
              </p:grpSpPr>
              <p:sp>
                <p:nvSpPr>
                  <p:cNvPr id="304" name="フリーフォーム: 図形 303">
                    <a:extLst>
                      <a:ext uri="{FF2B5EF4-FFF2-40B4-BE49-F238E27FC236}">
                        <a16:creationId xmlns:a16="http://schemas.microsoft.com/office/drawing/2014/main" id="{8A0E6C11-8912-9CE9-73D0-7CE1A8D5DCCE}"/>
                      </a:ext>
                    </a:extLst>
                  </p:cNvPr>
                  <p:cNvSpPr/>
                  <p:nvPr/>
                </p:nvSpPr>
                <p:spPr>
                  <a:xfrm>
                    <a:off x="6444208" y="4522151"/>
                    <a:ext cx="268766" cy="486151"/>
                  </a:xfrm>
                  <a:custGeom>
                    <a:avLst/>
                    <a:gdLst>
                      <a:gd name="csX0" fmla="*/ 3094 w 268766"/>
                      <a:gd name="csY0" fmla="*/ 0 h 486151"/>
                      <a:gd name="csX1" fmla="*/ 265672 w 268766"/>
                      <a:gd name="csY1" fmla="*/ 0 h 486151"/>
                      <a:gd name="csX2" fmla="*/ 268766 w 268766"/>
                      <a:gd name="csY2" fmla="*/ 49767 h 486151"/>
                      <a:gd name="csX3" fmla="*/ 134383 w 268766"/>
                      <a:gd name="csY3" fmla="*/ 486151 h 486151"/>
                      <a:gd name="csX4" fmla="*/ 0 w 268766"/>
                      <a:gd name="csY4" fmla="*/ 49767 h 48615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68766" h="486151">
                        <a:moveTo>
                          <a:pt x="3094" y="0"/>
                        </a:moveTo>
                        <a:lnTo>
                          <a:pt x="265672" y="0"/>
                        </a:lnTo>
                        <a:lnTo>
                          <a:pt x="268766" y="49767"/>
                        </a:lnTo>
                        <a:cubicBezTo>
                          <a:pt x="268766" y="290775"/>
                          <a:pt x="208601" y="486151"/>
                          <a:pt x="134383" y="486151"/>
                        </a:cubicBezTo>
                        <a:cubicBezTo>
                          <a:pt x="60165" y="486151"/>
                          <a:pt x="0" y="290775"/>
                          <a:pt x="0" y="49767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2">
                          <a:lumMod val="0"/>
                          <a:lumOff val="100000"/>
                        </a:schemeClr>
                      </a:gs>
                      <a:gs pos="35000">
                        <a:schemeClr val="accent2">
                          <a:lumMod val="0"/>
                          <a:lumOff val="100000"/>
                        </a:schemeClr>
                      </a:gs>
                      <a:gs pos="100000">
                        <a:schemeClr val="accent2">
                          <a:lumMod val="100000"/>
                        </a:schemeClr>
                      </a:gs>
                    </a:gsLst>
                    <a:path path="circle">
                      <a:fillToRect l="50000" t="-80000" r="50000" b="18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ja-JP" altLang="en-US">
                      <a:solidFill>
                        <a:prstClr val="white"/>
                      </a:solidFill>
                      <a:latin typeface="Calibri"/>
                      <a:ea typeface="ＭＳ Ｐゴシック" panose="020B0600070205080204" pitchFamily="50" charset="-128"/>
                    </a:endParaRPr>
                  </a:p>
                </p:txBody>
              </p:sp>
              <p:sp>
                <p:nvSpPr>
                  <p:cNvPr id="305" name="フリーフォーム: 図形 304">
                    <a:extLst>
                      <a:ext uri="{FF2B5EF4-FFF2-40B4-BE49-F238E27FC236}">
                        <a16:creationId xmlns:a16="http://schemas.microsoft.com/office/drawing/2014/main" id="{34BCA056-38BD-7BD9-B4E9-ED3E3A657CF1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6444208" y="4036000"/>
                    <a:ext cx="268766" cy="486151"/>
                  </a:xfrm>
                  <a:custGeom>
                    <a:avLst/>
                    <a:gdLst>
                      <a:gd name="csX0" fmla="*/ 3094 w 268766"/>
                      <a:gd name="csY0" fmla="*/ 0 h 486151"/>
                      <a:gd name="csX1" fmla="*/ 265672 w 268766"/>
                      <a:gd name="csY1" fmla="*/ 0 h 486151"/>
                      <a:gd name="csX2" fmla="*/ 268766 w 268766"/>
                      <a:gd name="csY2" fmla="*/ 49767 h 486151"/>
                      <a:gd name="csX3" fmla="*/ 134383 w 268766"/>
                      <a:gd name="csY3" fmla="*/ 486151 h 486151"/>
                      <a:gd name="csX4" fmla="*/ 0 w 268766"/>
                      <a:gd name="csY4" fmla="*/ 49767 h 48615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68766" h="486151">
                        <a:moveTo>
                          <a:pt x="3094" y="0"/>
                        </a:moveTo>
                        <a:lnTo>
                          <a:pt x="265672" y="0"/>
                        </a:lnTo>
                        <a:lnTo>
                          <a:pt x="268766" y="49767"/>
                        </a:lnTo>
                        <a:cubicBezTo>
                          <a:pt x="268766" y="290775"/>
                          <a:pt x="208601" y="486151"/>
                          <a:pt x="134383" y="486151"/>
                        </a:cubicBezTo>
                        <a:cubicBezTo>
                          <a:pt x="60165" y="486151"/>
                          <a:pt x="0" y="290775"/>
                          <a:pt x="0" y="49767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ja-JP" altLang="en-US" dirty="0">
                      <a:solidFill>
                        <a:prstClr val="white"/>
                      </a:solidFill>
                      <a:latin typeface="Calibri"/>
                      <a:ea typeface="ＭＳ Ｐゴシック" panose="020B0600070205080204" pitchFamily="50" charset="-128"/>
                    </a:endParaRPr>
                  </a:p>
                </p:txBody>
              </p:sp>
            </p:grpSp>
          </p:grpSp>
          <p:cxnSp>
            <p:nvCxnSpPr>
              <p:cNvPr id="301" name="直線コネクタ 300">
                <a:extLst>
                  <a:ext uri="{FF2B5EF4-FFF2-40B4-BE49-F238E27FC236}">
                    <a16:creationId xmlns:a16="http://schemas.microsoft.com/office/drawing/2014/main" id="{3B0F9B64-F325-D365-EF2C-CBA083680C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48669" y="2924944"/>
                <a:ext cx="0" cy="1261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6" name="グループ化 305">
              <a:extLst>
                <a:ext uri="{FF2B5EF4-FFF2-40B4-BE49-F238E27FC236}">
                  <a16:creationId xmlns:a16="http://schemas.microsoft.com/office/drawing/2014/main" id="{D12E966C-5352-6026-FCCC-1FB44A67C3C3}"/>
                </a:ext>
              </a:extLst>
            </p:cNvPr>
            <p:cNvGrpSpPr/>
            <p:nvPr/>
          </p:nvGrpSpPr>
          <p:grpSpPr>
            <a:xfrm>
              <a:off x="5731531" y="2185600"/>
              <a:ext cx="185490" cy="834552"/>
              <a:chOff x="2471045" y="2216514"/>
              <a:chExt cx="155248" cy="834552"/>
            </a:xfrm>
          </p:grpSpPr>
          <p:grpSp>
            <p:nvGrpSpPr>
              <p:cNvPr id="307" name="グループ化 306">
                <a:extLst>
                  <a:ext uri="{FF2B5EF4-FFF2-40B4-BE49-F238E27FC236}">
                    <a16:creationId xmlns:a16="http://schemas.microsoft.com/office/drawing/2014/main" id="{F1FCB76B-A988-B318-69DD-739EB40AB886}"/>
                  </a:ext>
                </a:extLst>
              </p:cNvPr>
              <p:cNvGrpSpPr/>
              <p:nvPr/>
            </p:nvGrpSpPr>
            <p:grpSpPr>
              <a:xfrm>
                <a:off x="2471045" y="2216514"/>
                <a:ext cx="155248" cy="708430"/>
                <a:chOff x="6391882" y="3930756"/>
                <a:chExt cx="268766" cy="1226436"/>
              </a:xfrm>
            </p:grpSpPr>
            <p:cxnSp>
              <p:nvCxnSpPr>
                <p:cNvPr id="309" name="直線コネクタ 308">
                  <a:extLst>
                    <a:ext uri="{FF2B5EF4-FFF2-40B4-BE49-F238E27FC236}">
                      <a16:creationId xmlns:a16="http://schemas.microsoft.com/office/drawing/2014/main" id="{652CC910-83F7-EF37-BFD6-03306BBDE0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26264" y="4797152"/>
                  <a:ext cx="0" cy="360040"/>
                </a:xfrm>
                <a:prstGeom prst="line">
                  <a:avLst/>
                </a:prstGeom>
                <a:ln w="25400">
                  <a:solidFill>
                    <a:schemeClr val="accent2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310" name="グループ化 309">
                  <a:extLst>
                    <a:ext uri="{FF2B5EF4-FFF2-40B4-BE49-F238E27FC236}">
                      <a16:creationId xmlns:a16="http://schemas.microsoft.com/office/drawing/2014/main" id="{B99D8FEC-6D4D-2497-B149-BBD771F3571F}"/>
                    </a:ext>
                  </a:extLst>
                </p:cNvPr>
                <p:cNvGrpSpPr/>
                <p:nvPr/>
              </p:nvGrpSpPr>
              <p:grpSpPr>
                <a:xfrm>
                  <a:off x="6391882" y="3930756"/>
                  <a:ext cx="268766" cy="972302"/>
                  <a:chOff x="6444208" y="4036000"/>
                  <a:chExt cx="268766" cy="972302"/>
                </a:xfrm>
              </p:grpSpPr>
              <p:sp>
                <p:nvSpPr>
                  <p:cNvPr id="311" name="フリーフォーム: 図形 310">
                    <a:extLst>
                      <a:ext uri="{FF2B5EF4-FFF2-40B4-BE49-F238E27FC236}">
                        <a16:creationId xmlns:a16="http://schemas.microsoft.com/office/drawing/2014/main" id="{FB3F9591-5335-8745-3FB8-6B466FD206B1}"/>
                      </a:ext>
                    </a:extLst>
                  </p:cNvPr>
                  <p:cNvSpPr/>
                  <p:nvPr/>
                </p:nvSpPr>
                <p:spPr>
                  <a:xfrm>
                    <a:off x="6444208" y="4522151"/>
                    <a:ext cx="268766" cy="486151"/>
                  </a:xfrm>
                  <a:custGeom>
                    <a:avLst/>
                    <a:gdLst>
                      <a:gd name="csX0" fmla="*/ 3094 w 268766"/>
                      <a:gd name="csY0" fmla="*/ 0 h 486151"/>
                      <a:gd name="csX1" fmla="*/ 265672 w 268766"/>
                      <a:gd name="csY1" fmla="*/ 0 h 486151"/>
                      <a:gd name="csX2" fmla="*/ 268766 w 268766"/>
                      <a:gd name="csY2" fmla="*/ 49767 h 486151"/>
                      <a:gd name="csX3" fmla="*/ 134383 w 268766"/>
                      <a:gd name="csY3" fmla="*/ 486151 h 486151"/>
                      <a:gd name="csX4" fmla="*/ 0 w 268766"/>
                      <a:gd name="csY4" fmla="*/ 49767 h 48615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68766" h="486151">
                        <a:moveTo>
                          <a:pt x="3094" y="0"/>
                        </a:moveTo>
                        <a:lnTo>
                          <a:pt x="265672" y="0"/>
                        </a:lnTo>
                        <a:lnTo>
                          <a:pt x="268766" y="49767"/>
                        </a:lnTo>
                        <a:cubicBezTo>
                          <a:pt x="268766" y="290775"/>
                          <a:pt x="208601" y="486151"/>
                          <a:pt x="134383" y="486151"/>
                        </a:cubicBezTo>
                        <a:cubicBezTo>
                          <a:pt x="60165" y="486151"/>
                          <a:pt x="0" y="290775"/>
                          <a:pt x="0" y="49767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2">
                          <a:lumMod val="0"/>
                          <a:lumOff val="100000"/>
                        </a:schemeClr>
                      </a:gs>
                      <a:gs pos="35000">
                        <a:schemeClr val="accent2">
                          <a:lumMod val="0"/>
                          <a:lumOff val="100000"/>
                        </a:schemeClr>
                      </a:gs>
                      <a:gs pos="100000">
                        <a:schemeClr val="accent2">
                          <a:lumMod val="100000"/>
                        </a:schemeClr>
                      </a:gs>
                    </a:gsLst>
                    <a:path path="circle">
                      <a:fillToRect l="50000" t="-80000" r="50000" b="18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ja-JP" altLang="en-US">
                      <a:solidFill>
                        <a:prstClr val="white"/>
                      </a:solidFill>
                      <a:latin typeface="Calibri"/>
                      <a:ea typeface="ＭＳ Ｐゴシック" panose="020B0600070205080204" pitchFamily="50" charset="-128"/>
                    </a:endParaRPr>
                  </a:p>
                </p:txBody>
              </p:sp>
              <p:sp>
                <p:nvSpPr>
                  <p:cNvPr id="312" name="フリーフォーム: 図形 311">
                    <a:extLst>
                      <a:ext uri="{FF2B5EF4-FFF2-40B4-BE49-F238E27FC236}">
                        <a16:creationId xmlns:a16="http://schemas.microsoft.com/office/drawing/2014/main" id="{7445A6E9-AF10-2AFD-0C07-A8C578CF7C5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6444208" y="4036000"/>
                    <a:ext cx="268766" cy="486151"/>
                  </a:xfrm>
                  <a:custGeom>
                    <a:avLst/>
                    <a:gdLst>
                      <a:gd name="csX0" fmla="*/ 3094 w 268766"/>
                      <a:gd name="csY0" fmla="*/ 0 h 486151"/>
                      <a:gd name="csX1" fmla="*/ 265672 w 268766"/>
                      <a:gd name="csY1" fmla="*/ 0 h 486151"/>
                      <a:gd name="csX2" fmla="*/ 268766 w 268766"/>
                      <a:gd name="csY2" fmla="*/ 49767 h 486151"/>
                      <a:gd name="csX3" fmla="*/ 134383 w 268766"/>
                      <a:gd name="csY3" fmla="*/ 486151 h 486151"/>
                      <a:gd name="csX4" fmla="*/ 0 w 268766"/>
                      <a:gd name="csY4" fmla="*/ 49767 h 48615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68766" h="486151">
                        <a:moveTo>
                          <a:pt x="3094" y="0"/>
                        </a:moveTo>
                        <a:lnTo>
                          <a:pt x="265672" y="0"/>
                        </a:lnTo>
                        <a:lnTo>
                          <a:pt x="268766" y="49767"/>
                        </a:lnTo>
                        <a:cubicBezTo>
                          <a:pt x="268766" y="290775"/>
                          <a:pt x="208601" y="486151"/>
                          <a:pt x="134383" y="486151"/>
                        </a:cubicBezTo>
                        <a:cubicBezTo>
                          <a:pt x="60165" y="486151"/>
                          <a:pt x="0" y="290775"/>
                          <a:pt x="0" y="49767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ja-JP" altLang="en-US" dirty="0">
                      <a:solidFill>
                        <a:prstClr val="white"/>
                      </a:solidFill>
                      <a:latin typeface="Calibri"/>
                      <a:ea typeface="ＭＳ Ｐゴシック" panose="020B0600070205080204" pitchFamily="50" charset="-128"/>
                    </a:endParaRPr>
                  </a:p>
                </p:txBody>
              </p:sp>
            </p:grpSp>
          </p:grpSp>
          <p:cxnSp>
            <p:nvCxnSpPr>
              <p:cNvPr id="308" name="直線コネクタ 307">
                <a:extLst>
                  <a:ext uri="{FF2B5EF4-FFF2-40B4-BE49-F238E27FC236}">
                    <a16:creationId xmlns:a16="http://schemas.microsoft.com/office/drawing/2014/main" id="{8CE7502A-9AF1-19A3-88CB-1E57F7F4AC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48669" y="2924944"/>
                <a:ext cx="0" cy="1261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3" name="グループ化 312">
              <a:extLst>
                <a:ext uri="{FF2B5EF4-FFF2-40B4-BE49-F238E27FC236}">
                  <a16:creationId xmlns:a16="http://schemas.microsoft.com/office/drawing/2014/main" id="{48E6FF80-F20A-3E8D-9EAA-A1A6973F6394}"/>
                </a:ext>
              </a:extLst>
            </p:cNvPr>
            <p:cNvGrpSpPr/>
            <p:nvPr/>
          </p:nvGrpSpPr>
          <p:grpSpPr>
            <a:xfrm>
              <a:off x="6241494" y="2185565"/>
              <a:ext cx="185490" cy="834552"/>
              <a:chOff x="2471045" y="2216514"/>
              <a:chExt cx="155248" cy="834552"/>
            </a:xfrm>
          </p:grpSpPr>
          <p:grpSp>
            <p:nvGrpSpPr>
              <p:cNvPr id="314" name="グループ化 313">
                <a:extLst>
                  <a:ext uri="{FF2B5EF4-FFF2-40B4-BE49-F238E27FC236}">
                    <a16:creationId xmlns:a16="http://schemas.microsoft.com/office/drawing/2014/main" id="{E61E7D1E-24AE-F9B9-1B7F-BF56CE0DC56E}"/>
                  </a:ext>
                </a:extLst>
              </p:cNvPr>
              <p:cNvGrpSpPr/>
              <p:nvPr/>
            </p:nvGrpSpPr>
            <p:grpSpPr>
              <a:xfrm>
                <a:off x="2471045" y="2216514"/>
                <a:ext cx="155248" cy="708430"/>
                <a:chOff x="6391882" y="3930756"/>
                <a:chExt cx="268766" cy="1226436"/>
              </a:xfrm>
            </p:grpSpPr>
            <p:cxnSp>
              <p:nvCxnSpPr>
                <p:cNvPr id="316" name="直線コネクタ 315">
                  <a:extLst>
                    <a:ext uri="{FF2B5EF4-FFF2-40B4-BE49-F238E27FC236}">
                      <a16:creationId xmlns:a16="http://schemas.microsoft.com/office/drawing/2014/main" id="{558FAFCA-DA0A-64EF-0AE9-38FE609692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26264" y="4797152"/>
                  <a:ext cx="0" cy="360040"/>
                </a:xfrm>
                <a:prstGeom prst="line">
                  <a:avLst/>
                </a:prstGeom>
                <a:ln w="25400">
                  <a:solidFill>
                    <a:schemeClr val="accent2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317" name="グループ化 316">
                  <a:extLst>
                    <a:ext uri="{FF2B5EF4-FFF2-40B4-BE49-F238E27FC236}">
                      <a16:creationId xmlns:a16="http://schemas.microsoft.com/office/drawing/2014/main" id="{9E23CD1D-D460-09B3-A198-A41576B67698}"/>
                    </a:ext>
                  </a:extLst>
                </p:cNvPr>
                <p:cNvGrpSpPr/>
                <p:nvPr/>
              </p:nvGrpSpPr>
              <p:grpSpPr>
                <a:xfrm>
                  <a:off x="6391882" y="3930756"/>
                  <a:ext cx="268766" cy="972302"/>
                  <a:chOff x="6444208" y="4036000"/>
                  <a:chExt cx="268766" cy="972302"/>
                </a:xfrm>
              </p:grpSpPr>
              <p:sp>
                <p:nvSpPr>
                  <p:cNvPr id="318" name="フリーフォーム: 図形 317">
                    <a:extLst>
                      <a:ext uri="{FF2B5EF4-FFF2-40B4-BE49-F238E27FC236}">
                        <a16:creationId xmlns:a16="http://schemas.microsoft.com/office/drawing/2014/main" id="{18095674-573A-608C-7C6E-D6AEE6D40312}"/>
                      </a:ext>
                    </a:extLst>
                  </p:cNvPr>
                  <p:cNvSpPr/>
                  <p:nvPr/>
                </p:nvSpPr>
                <p:spPr>
                  <a:xfrm>
                    <a:off x="6444208" y="4522151"/>
                    <a:ext cx="268766" cy="486151"/>
                  </a:xfrm>
                  <a:custGeom>
                    <a:avLst/>
                    <a:gdLst>
                      <a:gd name="csX0" fmla="*/ 3094 w 268766"/>
                      <a:gd name="csY0" fmla="*/ 0 h 486151"/>
                      <a:gd name="csX1" fmla="*/ 265672 w 268766"/>
                      <a:gd name="csY1" fmla="*/ 0 h 486151"/>
                      <a:gd name="csX2" fmla="*/ 268766 w 268766"/>
                      <a:gd name="csY2" fmla="*/ 49767 h 486151"/>
                      <a:gd name="csX3" fmla="*/ 134383 w 268766"/>
                      <a:gd name="csY3" fmla="*/ 486151 h 486151"/>
                      <a:gd name="csX4" fmla="*/ 0 w 268766"/>
                      <a:gd name="csY4" fmla="*/ 49767 h 48615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68766" h="486151">
                        <a:moveTo>
                          <a:pt x="3094" y="0"/>
                        </a:moveTo>
                        <a:lnTo>
                          <a:pt x="265672" y="0"/>
                        </a:lnTo>
                        <a:lnTo>
                          <a:pt x="268766" y="49767"/>
                        </a:lnTo>
                        <a:cubicBezTo>
                          <a:pt x="268766" y="290775"/>
                          <a:pt x="208601" y="486151"/>
                          <a:pt x="134383" y="486151"/>
                        </a:cubicBezTo>
                        <a:cubicBezTo>
                          <a:pt x="60165" y="486151"/>
                          <a:pt x="0" y="290775"/>
                          <a:pt x="0" y="49767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2">
                          <a:lumMod val="0"/>
                          <a:lumOff val="100000"/>
                        </a:schemeClr>
                      </a:gs>
                      <a:gs pos="35000">
                        <a:schemeClr val="accent2">
                          <a:lumMod val="0"/>
                          <a:lumOff val="100000"/>
                        </a:schemeClr>
                      </a:gs>
                      <a:gs pos="100000">
                        <a:schemeClr val="accent2">
                          <a:lumMod val="100000"/>
                        </a:schemeClr>
                      </a:gs>
                    </a:gsLst>
                    <a:path path="circle">
                      <a:fillToRect l="50000" t="-80000" r="50000" b="18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ja-JP" altLang="en-US">
                      <a:solidFill>
                        <a:prstClr val="white"/>
                      </a:solidFill>
                      <a:latin typeface="Calibri"/>
                      <a:ea typeface="ＭＳ Ｐゴシック" panose="020B0600070205080204" pitchFamily="50" charset="-128"/>
                    </a:endParaRPr>
                  </a:p>
                </p:txBody>
              </p:sp>
              <p:sp>
                <p:nvSpPr>
                  <p:cNvPr id="319" name="フリーフォーム: 図形 318">
                    <a:extLst>
                      <a:ext uri="{FF2B5EF4-FFF2-40B4-BE49-F238E27FC236}">
                        <a16:creationId xmlns:a16="http://schemas.microsoft.com/office/drawing/2014/main" id="{06DF685E-706D-A361-E2EF-19028AC2E9F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6444208" y="4036000"/>
                    <a:ext cx="268766" cy="486151"/>
                  </a:xfrm>
                  <a:custGeom>
                    <a:avLst/>
                    <a:gdLst>
                      <a:gd name="csX0" fmla="*/ 3094 w 268766"/>
                      <a:gd name="csY0" fmla="*/ 0 h 486151"/>
                      <a:gd name="csX1" fmla="*/ 265672 w 268766"/>
                      <a:gd name="csY1" fmla="*/ 0 h 486151"/>
                      <a:gd name="csX2" fmla="*/ 268766 w 268766"/>
                      <a:gd name="csY2" fmla="*/ 49767 h 486151"/>
                      <a:gd name="csX3" fmla="*/ 134383 w 268766"/>
                      <a:gd name="csY3" fmla="*/ 486151 h 486151"/>
                      <a:gd name="csX4" fmla="*/ 0 w 268766"/>
                      <a:gd name="csY4" fmla="*/ 49767 h 48615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68766" h="486151">
                        <a:moveTo>
                          <a:pt x="3094" y="0"/>
                        </a:moveTo>
                        <a:lnTo>
                          <a:pt x="265672" y="0"/>
                        </a:lnTo>
                        <a:lnTo>
                          <a:pt x="268766" y="49767"/>
                        </a:lnTo>
                        <a:cubicBezTo>
                          <a:pt x="268766" y="290775"/>
                          <a:pt x="208601" y="486151"/>
                          <a:pt x="134383" y="486151"/>
                        </a:cubicBezTo>
                        <a:cubicBezTo>
                          <a:pt x="60165" y="486151"/>
                          <a:pt x="0" y="290775"/>
                          <a:pt x="0" y="49767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ja-JP" altLang="en-US" dirty="0">
                      <a:solidFill>
                        <a:prstClr val="white"/>
                      </a:solidFill>
                      <a:latin typeface="Calibri"/>
                      <a:ea typeface="ＭＳ Ｐゴシック" panose="020B0600070205080204" pitchFamily="50" charset="-128"/>
                    </a:endParaRPr>
                  </a:p>
                </p:txBody>
              </p:sp>
            </p:grpSp>
          </p:grpSp>
          <p:cxnSp>
            <p:nvCxnSpPr>
              <p:cNvPr id="315" name="直線コネクタ 314">
                <a:extLst>
                  <a:ext uri="{FF2B5EF4-FFF2-40B4-BE49-F238E27FC236}">
                    <a16:creationId xmlns:a16="http://schemas.microsoft.com/office/drawing/2014/main" id="{CBE28A54-175E-9DEE-563B-D28FFBEF4D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48669" y="2924944"/>
                <a:ext cx="0" cy="1261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E14F2C6-EE69-CAD5-9ED6-90AD7D16E102}"/>
              </a:ext>
            </a:extLst>
          </p:cNvPr>
          <p:cNvSpPr/>
          <p:nvPr/>
        </p:nvSpPr>
        <p:spPr>
          <a:xfrm>
            <a:off x="8704266" y="2860444"/>
            <a:ext cx="1573078" cy="1815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ITO</a:t>
            </a:r>
            <a:endParaRPr lang="ja-JP" altLang="en-US" dirty="0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grpSp>
        <p:nvGrpSpPr>
          <p:cNvPr id="320" name="グループ化 319">
            <a:extLst>
              <a:ext uri="{FF2B5EF4-FFF2-40B4-BE49-F238E27FC236}">
                <a16:creationId xmlns:a16="http://schemas.microsoft.com/office/drawing/2014/main" id="{32B76BBD-2DF2-0BC8-F96D-D204719ED910}"/>
              </a:ext>
            </a:extLst>
          </p:cNvPr>
          <p:cNvGrpSpPr/>
          <p:nvPr/>
        </p:nvGrpSpPr>
        <p:grpSpPr>
          <a:xfrm>
            <a:off x="8783419" y="2145250"/>
            <a:ext cx="155854" cy="701213"/>
            <a:chOff x="2471045" y="2216514"/>
            <a:chExt cx="155248" cy="834552"/>
          </a:xfrm>
        </p:grpSpPr>
        <p:grpSp>
          <p:nvGrpSpPr>
            <p:cNvPr id="321" name="グループ化 320">
              <a:extLst>
                <a:ext uri="{FF2B5EF4-FFF2-40B4-BE49-F238E27FC236}">
                  <a16:creationId xmlns:a16="http://schemas.microsoft.com/office/drawing/2014/main" id="{B22514D7-9197-5FE6-1C5E-9F4D0827721F}"/>
                </a:ext>
              </a:extLst>
            </p:cNvPr>
            <p:cNvGrpSpPr/>
            <p:nvPr/>
          </p:nvGrpSpPr>
          <p:grpSpPr>
            <a:xfrm>
              <a:off x="2471045" y="2216514"/>
              <a:ext cx="155248" cy="708430"/>
              <a:chOff x="6391882" y="3930756"/>
              <a:chExt cx="268766" cy="1226436"/>
            </a:xfrm>
          </p:grpSpPr>
          <p:cxnSp>
            <p:nvCxnSpPr>
              <p:cNvPr id="323" name="直線コネクタ 322">
                <a:extLst>
                  <a:ext uri="{FF2B5EF4-FFF2-40B4-BE49-F238E27FC236}">
                    <a16:creationId xmlns:a16="http://schemas.microsoft.com/office/drawing/2014/main" id="{ACAE2123-28F4-8A85-E948-A56038E9F0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6264" y="4797152"/>
                <a:ext cx="0" cy="36004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324" name="グループ化 323">
                <a:extLst>
                  <a:ext uri="{FF2B5EF4-FFF2-40B4-BE49-F238E27FC236}">
                    <a16:creationId xmlns:a16="http://schemas.microsoft.com/office/drawing/2014/main" id="{7449653A-CA33-B58E-3A83-EC6EC1D6ACAF}"/>
                  </a:ext>
                </a:extLst>
              </p:cNvPr>
              <p:cNvGrpSpPr/>
              <p:nvPr/>
            </p:nvGrpSpPr>
            <p:grpSpPr>
              <a:xfrm>
                <a:off x="6391882" y="3930756"/>
                <a:ext cx="268766" cy="972302"/>
                <a:chOff x="6444208" y="4036000"/>
                <a:chExt cx="268766" cy="972302"/>
              </a:xfrm>
            </p:grpSpPr>
            <p:sp>
              <p:nvSpPr>
                <p:cNvPr id="325" name="フリーフォーム: 図形 324">
                  <a:extLst>
                    <a:ext uri="{FF2B5EF4-FFF2-40B4-BE49-F238E27FC236}">
                      <a16:creationId xmlns:a16="http://schemas.microsoft.com/office/drawing/2014/main" id="{8102FABE-AED8-4582-83D5-3C796A86828A}"/>
                    </a:ext>
                  </a:extLst>
                </p:cNvPr>
                <p:cNvSpPr/>
                <p:nvPr/>
              </p:nvSpPr>
              <p:spPr>
                <a:xfrm>
                  <a:off x="6444208" y="4522151"/>
                  <a:ext cx="268766" cy="486151"/>
                </a:xfrm>
                <a:custGeom>
                  <a:avLst/>
                  <a:gdLst>
                    <a:gd name="csX0" fmla="*/ 3094 w 268766"/>
                    <a:gd name="csY0" fmla="*/ 0 h 486151"/>
                    <a:gd name="csX1" fmla="*/ 265672 w 268766"/>
                    <a:gd name="csY1" fmla="*/ 0 h 486151"/>
                    <a:gd name="csX2" fmla="*/ 268766 w 268766"/>
                    <a:gd name="csY2" fmla="*/ 49767 h 486151"/>
                    <a:gd name="csX3" fmla="*/ 134383 w 268766"/>
                    <a:gd name="csY3" fmla="*/ 486151 h 486151"/>
                    <a:gd name="csX4" fmla="*/ 0 w 268766"/>
                    <a:gd name="csY4" fmla="*/ 49767 h 4861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68766" h="486151">
                      <a:moveTo>
                        <a:pt x="3094" y="0"/>
                      </a:moveTo>
                      <a:lnTo>
                        <a:pt x="265672" y="0"/>
                      </a:lnTo>
                      <a:lnTo>
                        <a:pt x="268766" y="49767"/>
                      </a:lnTo>
                      <a:cubicBezTo>
                        <a:pt x="268766" y="290775"/>
                        <a:pt x="208601" y="486151"/>
                        <a:pt x="134383" y="486151"/>
                      </a:cubicBezTo>
                      <a:cubicBezTo>
                        <a:pt x="60165" y="486151"/>
                        <a:pt x="0" y="290775"/>
                        <a:pt x="0" y="4976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0"/>
                        <a:lumOff val="100000"/>
                      </a:schemeClr>
                    </a:gs>
                    <a:gs pos="35000">
                      <a:schemeClr val="accent2">
                        <a:lumMod val="0"/>
                        <a:lumOff val="100000"/>
                      </a:schemeClr>
                    </a:gs>
                    <a:gs pos="100000">
                      <a:schemeClr val="accent2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ja-JP" altLang="en-US">
                    <a:solidFill>
                      <a:prstClr val="white"/>
                    </a:solidFill>
                    <a:latin typeface="Calibri"/>
                    <a:ea typeface="ＭＳ Ｐゴシック" panose="020B0600070205080204" pitchFamily="50" charset="-128"/>
                  </a:endParaRPr>
                </a:p>
              </p:txBody>
            </p:sp>
            <p:sp>
              <p:nvSpPr>
                <p:cNvPr id="326" name="フリーフォーム: 図形 325">
                  <a:extLst>
                    <a:ext uri="{FF2B5EF4-FFF2-40B4-BE49-F238E27FC236}">
                      <a16:creationId xmlns:a16="http://schemas.microsoft.com/office/drawing/2014/main" id="{89A9D027-9FEE-5884-4E7D-6ED677A51576}"/>
                    </a:ext>
                  </a:extLst>
                </p:cNvPr>
                <p:cNvSpPr/>
                <p:nvPr/>
              </p:nvSpPr>
              <p:spPr>
                <a:xfrm rot="10800000">
                  <a:off x="6444208" y="4036000"/>
                  <a:ext cx="268766" cy="486151"/>
                </a:xfrm>
                <a:custGeom>
                  <a:avLst/>
                  <a:gdLst>
                    <a:gd name="csX0" fmla="*/ 3094 w 268766"/>
                    <a:gd name="csY0" fmla="*/ 0 h 486151"/>
                    <a:gd name="csX1" fmla="*/ 265672 w 268766"/>
                    <a:gd name="csY1" fmla="*/ 0 h 486151"/>
                    <a:gd name="csX2" fmla="*/ 268766 w 268766"/>
                    <a:gd name="csY2" fmla="*/ 49767 h 486151"/>
                    <a:gd name="csX3" fmla="*/ 134383 w 268766"/>
                    <a:gd name="csY3" fmla="*/ 486151 h 486151"/>
                    <a:gd name="csX4" fmla="*/ 0 w 268766"/>
                    <a:gd name="csY4" fmla="*/ 49767 h 4861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68766" h="486151">
                      <a:moveTo>
                        <a:pt x="3094" y="0"/>
                      </a:moveTo>
                      <a:lnTo>
                        <a:pt x="265672" y="0"/>
                      </a:lnTo>
                      <a:lnTo>
                        <a:pt x="268766" y="49767"/>
                      </a:lnTo>
                      <a:cubicBezTo>
                        <a:pt x="268766" y="290775"/>
                        <a:pt x="208601" y="486151"/>
                        <a:pt x="134383" y="486151"/>
                      </a:cubicBezTo>
                      <a:cubicBezTo>
                        <a:pt x="60165" y="486151"/>
                        <a:pt x="0" y="290775"/>
                        <a:pt x="0" y="4976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ja-JP" altLang="en-US" dirty="0">
                    <a:solidFill>
                      <a:prstClr val="white"/>
                    </a:solidFill>
                    <a:latin typeface="Calibri"/>
                    <a:ea typeface="ＭＳ Ｐゴシック" panose="020B0600070205080204" pitchFamily="50" charset="-128"/>
                  </a:endParaRPr>
                </a:p>
              </p:txBody>
            </p:sp>
          </p:grpSp>
        </p:grpSp>
        <p:cxnSp>
          <p:nvCxnSpPr>
            <p:cNvPr id="322" name="直線コネクタ 321">
              <a:extLst>
                <a:ext uri="{FF2B5EF4-FFF2-40B4-BE49-F238E27FC236}">
                  <a16:creationId xmlns:a16="http://schemas.microsoft.com/office/drawing/2014/main" id="{2BABAD35-2B8E-7C4E-64D1-9DD789F704A7}"/>
                </a:ext>
              </a:extLst>
            </p:cNvPr>
            <p:cNvCxnSpPr>
              <a:cxnSpLocks/>
            </p:cNvCxnSpPr>
            <p:nvPr/>
          </p:nvCxnSpPr>
          <p:spPr>
            <a:xfrm>
              <a:off x="2548669" y="2924944"/>
              <a:ext cx="0" cy="12612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7" name="グループ化 326">
            <a:extLst>
              <a:ext uri="{FF2B5EF4-FFF2-40B4-BE49-F238E27FC236}">
                <a16:creationId xmlns:a16="http://schemas.microsoft.com/office/drawing/2014/main" id="{A6521859-1EE3-4E2F-212F-7E8B10064957}"/>
              </a:ext>
            </a:extLst>
          </p:cNvPr>
          <p:cNvGrpSpPr/>
          <p:nvPr/>
        </p:nvGrpSpPr>
        <p:grpSpPr>
          <a:xfrm>
            <a:off x="9211906" y="2153549"/>
            <a:ext cx="155854" cy="701213"/>
            <a:chOff x="2471045" y="2216514"/>
            <a:chExt cx="155248" cy="834552"/>
          </a:xfrm>
        </p:grpSpPr>
        <p:grpSp>
          <p:nvGrpSpPr>
            <p:cNvPr id="328" name="グループ化 327">
              <a:extLst>
                <a:ext uri="{FF2B5EF4-FFF2-40B4-BE49-F238E27FC236}">
                  <a16:creationId xmlns:a16="http://schemas.microsoft.com/office/drawing/2014/main" id="{0A359E67-BA5E-A217-ABEE-4C3F7CFFD3EF}"/>
                </a:ext>
              </a:extLst>
            </p:cNvPr>
            <p:cNvGrpSpPr/>
            <p:nvPr/>
          </p:nvGrpSpPr>
          <p:grpSpPr>
            <a:xfrm>
              <a:off x="2471045" y="2216514"/>
              <a:ext cx="155248" cy="708430"/>
              <a:chOff x="6391882" y="3930756"/>
              <a:chExt cx="268766" cy="1226436"/>
            </a:xfrm>
          </p:grpSpPr>
          <p:cxnSp>
            <p:nvCxnSpPr>
              <p:cNvPr id="330" name="直線コネクタ 329">
                <a:extLst>
                  <a:ext uri="{FF2B5EF4-FFF2-40B4-BE49-F238E27FC236}">
                    <a16:creationId xmlns:a16="http://schemas.microsoft.com/office/drawing/2014/main" id="{EF562CCC-487B-6059-AA68-156DD18D87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6264" y="4797152"/>
                <a:ext cx="0" cy="36004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331" name="グループ化 330">
                <a:extLst>
                  <a:ext uri="{FF2B5EF4-FFF2-40B4-BE49-F238E27FC236}">
                    <a16:creationId xmlns:a16="http://schemas.microsoft.com/office/drawing/2014/main" id="{05C9C6DD-90E0-A271-0386-7F5E66C82198}"/>
                  </a:ext>
                </a:extLst>
              </p:cNvPr>
              <p:cNvGrpSpPr/>
              <p:nvPr/>
            </p:nvGrpSpPr>
            <p:grpSpPr>
              <a:xfrm>
                <a:off x="6391882" y="3930756"/>
                <a:ext cx="268766" cy="972302"/>
                <a:chOff x="6444208" y="4036000"/>
                <a:chExt cx="268766" cy="972302"/>
              </a:xfrm>
            </p:grpSpPr>
            <p:sp>
              <p:nvSpPr>
                <p:cNvPr id="332" name="フリーフォーム: 図形 331">
                  <a:extLst>
                    <a:ext uri="{FF2B5EF4-FFF2-40B4-BE49-F238E27FC236}">
                      <a16:creationId xmlns:a16="http://schemas.microsoft.com/office/drawing/2014/main" id="{4C8B183A-7A4F-889D-FB28-80100F62053F}"/>
                    </a:ext>
                  </a:extLst>
                </p:cNvPr>
                <p:cNvSpPr/>
                <p:nvPr/>
              </p:nvSpPr>
              <p:spPr>
                <a:xfrm>
                  <a:off x="6444208" y="4522151"/>
                  <a:ext cx="268766" cy="486151"/>
                </a:xfrm>
                <a:custGeom>
                  <a:avLst/>
                  <a:gdLst>
                    <a:gd name="csX0" fmla="*/ 3094 w 268766"/>
                    <a:gd name="csY0" fmla="*/ 0 h 486151"/>
                    <a:gd name="csX1" fmla="*/ 265672 w 268766"/>
                    <a:gd name="csY1" fmla="*/ 0 h 486151"/>
                    <a:gd name="csX2" fmla="*/ 268766 w 268766"/>
                    <a:gd name="csY2" fmla="*/ 49767 h 486151"/>
                    <a:gd name="csX3" fmla="*/ 134383 w 268766"/>
                    <a:gd name="csY3" fmla="*/ 486151 h 486151"/>
                    <a:gd name="csX4" fmla="*/ 0 w 268766"/>
                    <a:gd name="csY4" fmla="*/ 49767 h 4861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68766" h="486151">
                      <a:moveTo>
                        <a:pt x="3094" y="0"/>
                      </a:moveTo>
                      <a:lnTo>
                        <a:pt x="265672" y="0"/>
                      </a:lnTo>
                      <a:lnTo>
                        <a:pt x="268766" y="49767"/>
                      </a:lnTo>
                      <a:cubicBezTo>
                        <a:pt x="268766" y="290775"/>
                        <a:pt x="208601" y="486151"/>
                        <a:pt x="134383" y="486151"/>
                      </a:cubicBezTo>
                      <a:cubicBezTo>
                        <a:pt x="60165" y="486151"/>
                        <a:pt x="0" y="290775"/>
                        <a:pt x="0" y="4976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0"/>
                        <a:lumOff val="100000"/>
                      </a:schemeClr>
                    </a:gs>
                    <a:gs pos="35000">
                      <a:schemeClr val="accent2">
                        <a:lumMod val="0"/>
                        <a:lumOff val="100000"/>
                      </a:schemeClr>
                    </a:gs>
                    <a:gs pos="100000">
                      <a:schemeClr val="accent2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ja-JP" altLang="en-US">
                    <a:solidFill>
                      <a:prstClr val="white"/>
                    </a:solidFill>
                    <a:latin typeface="Calibri"/>
                    <a:ea typeface="ＭＳ Ｐゴシック" panose="020B0600070205080204" pitchFamily="50" charset="-128"/>
                  </a:endParaRPr>
                </a:p>
              </p:txBody>
            </p:sp>
            <p:sp>
              <p:nvSpPr>
                <p:cNvPr id="333" name="フリーフォーム: 図形 332">
                  <a:extLst>
                    <a:ext uri="{FF2B5EF4-FFF2-40B4-BE49-F238E27FC236}">
                      <a16:creationId xmlns:a16="http://schemas.microsoft.com/office/drawing/2014/main" id="{0E968C4D-C081-79E8-F506-BF6BD8D57406}"/>
                    </a:ext>
                  </a:extLst>
                </p:cNvPr>
                <p:cNvSpPr/>
                <p:nvPr/>
              </p:nvSpPr>
              <p:spPr>
                <a:xfrm rot="10800000">
                  <a:off x="6444208" y="4036000"/>
                  <a:ext cx="268766" cy="486151"/>
                </a:xfrm>
                <a:custGeom>
                  <a:avLst/>
                  <a:gdLst>
                    <a:gd name="csX0" fmla="*/ 3094 w 268766"/>
                    <a:gd name="csY0" fmla="*/ 0 h 486151"/>
                    <a:gd name="csX1" fmla="*/ 265672 w 268766"/>
                    <a:gd name="csY1" fmla="*/ 0 h 486151"/>
                    <a:gd name="csX2" fmla="*/ 268766 w 268766"/>
                    <a:gd name="csY2" fmla="*/ 49767 h 486151"/>
                    <a:gd name="csX3" fmla="*/ 134383 w 268766"/>
                    <a:gd name="csY3" fmla="*/ 486151 h 486151"/>
                    <a:gd name="csX4" fmla="*/ 0 w 268766"/>
                    <a:gd name="csY4" fmla="*/ 49767 h 4861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68766" h="486151">
                      <a:moveTo>
                        <a:pt x="3094" y="0"/>
                      </a:moveTo>
                      <a:lnTo>
                        <a:pt x="265672" y="0"/>
                      </a:lnTo>
                      <a:lnTo>
                        <a:pt x="268766" y="49767"/>
                      </a:lnTo>
                      <a:cubicBezTo>
                        <a:pt x="268766" y="290775"/>
                        <a:pt x="208601" y="486151"/>
                        <a:pt x="134383" y="486151"/>
                      </a:cubicBezTo>
                      <a:cubicBezTo>
                        <a:pt x="60165" y="486151"/>
                        <a:pt x="0" y="290775"/>
                        <a:pt x="0" y="4976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ja-JP" altLang="en-US" dirty="0">
                    <a:solidFill>
                      <a:prstClr val="white"/>
                    </a:solidFill>
                    <a:latin typeface="Calibri"/>
                    <a:ea typeface="ＭＳ Ｐゴシック" panose="020B0600070205080204" pitchFamily="50" charset="-128"/>
                  </a:endParaRPr>
                </a:p>
              </p:txBody>
            </p:sp>
          </p:grpSp>
        </p:grpSp>
        <p:cxnSp>
          <p:nvCxnSpPr>
            <p:cNvPr id="329" name="直線コネクタ 328">
              <a:extLst>
                <a:ext uri="{FF2B5EF4-FFF2-40B4-BE49-F238E27FC236}">
                  <a16:creationId xmlns:a16="http://schemas.microsoft.com/office/drawing/2014/main" id="{2B775EE7-6453-D820-C9B0-45D7358EB158}"/>
                </a:ext>
              </a:extLst>
            </p:cNvPr>
            <p:cNvCxnSpPr>
              <a:cxnSpLocks/>
            </p:cNvCxnSpPr>
            <p:nvPr/>
          </p:nvCxnSpPr>
          <p:spPr>
            <a:xfrm>
              <a:off x="2548669" y="2924944"/>
              <a:ext cx="0" cy="12612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4" name="グループ化 333">
            <a:extLst>
              <a:ext uri="{FF2B5EF4-FFF2-40B4-BE49-F238E27FC236}">
                <a16:creationId xmlns:a16="http://schemas.microsoft.com/office/drawing/2014/main" id="{15F3AA06-7E70-B8D3-329D-50567DFFCB04}"/>
              </a:ext>
            </a:extLst>
          </p:cNvPr>
          <p:cNvGrpSpPr/>
          <p:nvPr/>
        </p:nvGrpSpPr>
        <p:grpSpPr>
          <a:xfrm>
            <a:off x="9640393" y="2141982"/>
            <a:ext cx="155854" cy="701213"/>
            <a:chOff x="2471045" y="2216514"/>
            <a:chExt cx="155248" cy="834552"/>
          </a:xfrm>
        </p:grpSpPr>
        <p:grpSp>
          <p:nvGrpSpPr>
            <p:cNvPr id="335" name="グループ化 334">
              <a:extLst>
                <a:ext uri="{FF2B5EF4-FFF2-40B4-BE49-F238E27FC236}">
                  <a16:creationId xmlns:a16="http://schemas.microsoft.com/office/drawing/2014/main" id="{FE655131-32F5-D38C-6811-5404B7EE09E4}"/>
                </a:ext>
              </a:extLst>
            </p:cNvPr>
            <p:cNvGrpSpPr/>
            <p:nvPr/>
          </p:nvGrpSpPr>
          <p:grpSpPr>
            <a:xfrm>
              <a:off x="2471045" y="2216514"/>
              <a:ext cx="155248" cy="708430"/>
              <a:chOff x="6391882" y="3930756"/>
              <a:chExt cx="268766" cy="1226436"/>
            </a:xfrm>
          </p:grpSpPr>
          <p:cxnSp>
            <p:nvCxnSpPr>
              <p:cNvPr id="337" name="直線コネクタ 336">
                <a:extLst>
                  <a:ext uri="{FF2B5EF4-FFF2-40B4-BE49-F238E27FC236}">
                    <a16:creationId xmlns:a16="http://schemas.microsoft.com/office/drawing/2014/main" id="{6CF395A9-5672-90B3-2442-EFD6E51ECD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6264" y="4797152"/>
                <a:ext cx="0" cy="36004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338" name="グループ化 337">
                <a:extLst>
                  <a:ext uri="{FF2B5EF4-FFF2-40B4-BE49-F238E27FC236}">
                    <a16:creationId xmlns:a16="http://schemas.microsoft.com/office/drawing/2014/main" id="{8F487433-FC61-20A8-7DC6-B3D85E64337B}"/>
                  </a:ext>
                </a:extLst>
              </p:cNvPr>
              <p:cNvGrpSpPr/>
              <p:nvPr/>
            </p:nvGrpSpPr>
            <p:grpSpPr>
              <a:xfrm>
                <a:off x="6391882" y="3930756"/>
                <a:ext cx="268766" cy="972302"/>
                <a:chOff x="6444208" y="4036000"/>
                <a:chExt cx="268766" cy="972302"/>
              </a:xfrm>
            </p:grpSpPr>
            <p:sp>
              <p:nvSpPr>
                <p:cNvPr id="339" name="フリーフォーム: 図形 338">
                  <a:extLst>
                    <a:ext uri="{FF2B5EF4-FFF2-40B4-BE49-F238E27FC236}">
                      <a16:creationId xmlns:a16="http://schemas.microsoft.com/office/drawing/2014/main" id="{3B3F9FE7-BCB9-A37C-1CAD-D4F510C9029B}"/>
                    </a:ext>
                  </a:extLst>
                </p:cNvPr>
                <p:cNvSpPr/>
                <p:nvPr/>
              </p:nvSpPr>
              <p:spPr>
                <a:xfrm>
                  <a:off x="6444208" y="4522151"/>
                  <a:ext cx="268766" cy="486151"/>
                </a:xfrm>
                <a:custGeom>
                  <a:avLst/>
                  <a:gdLst>
                    <a:gd name="csX0" fmla="*/ 3094 w 268766"/>
                    <a:gd name="csY0" fmla="*/ 0 h 486151"/>
                    <a:gd name="csX1" fmla="*/ 265672 w 268766"/>
                    <a:gd name="csY1" fmla="*/ 0 h 486151"/>
                    <a:gd name="csX2" fmla="*/ 268766 w 268766"/>
                    <a:gd name="csY2" fmla="*/ 49767 h 486151"/>
                    <a:gd name="csX3" fmla="*/ 134383 w 268766"/>
                    <a:gd name="csY3" fmla="*/ 486151 h 486151"/>
                    <a:gd name="csX4" fmla="*/ 0 w 268766"/>
                    <a:gd name="csY4" fmla="*/ 49767 h 4861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68766" h="486151">
                      <a:moveTo>
                        <a:pt x="3094" y="0"/>
                      </a:moveTo>
                      <a:lnTo>
                        <a:pt x="265672" y="0"/>
                      </a:lnTo>
                      <a:lnTo>
                        <a:pt x="268766" y="49767"/>
                      </a:lnTo>
                      <a:cubicBezTo>
                        <a:pt x="268766" y="290775"/>
                        <a:pt x="208601" y="486151"/>
                        <a:pt x="134383" y="486151"/>
                      </a:cubicBezTo>
                      <a:cubicBezTo>
                        <a:pt x="60165" y="486151"/>
                        <a:pt x="0" y="290775"/>
                        <a:pt x="0" y="4976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0"/>
                        <a:lumOff val="100000"/>
                      </a:schemeClr>
                    </a:gs>
                    <a:gs pos="35000">
                      <a:schemeClr val="accent2">
                        <a:lumMod val="0"/>
                        <a:lumOff val="100000"/>
                      </a:schemeClr>
                    </a:gs>
                    <a:gs pos="100000">
                      <a:schemeClr val="accent2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ja-JP" altLang="en-US">
                    <a:solidFill>
                      <a:prstClr val="white"/>
                    </a:solidFill>
                    <a:latin typeface="Calibri"/>
                    <a:ea typeface="ＭＳ Ｐゴシック" panose="020B0600070205080204" pitchFamily="50" charset="-128"/>
                  </a:endParaRPr>
                </a:p>
              </p:txBody>
            </p:sp>
            <p:sp>
              <p:nvSpPr>
                <p:cNvPr id="340" name="フリーフォーム: 図形 339">
                  <a:extLst>
                    <a:ext uri="{FF2B5EF4-FFF2-40B4-BE49-F238E27FC236}">
                      <a16:creationId xmlns:a16="http://schemas.microsoft.com/office/drawing/2014/main" id="{8943D16C-63F6-FC23-A2FF-DE01C67B7381}"/>
                    </a:ext>
                  </a:extLst>
                </p:cNvPr>
                <p:cNvSpPr/>
                <p:nvPr/>
              </p:nvSpPr>
              <p:spPr>
                <a:xfrm rot="10800000">
                  <a:off x="6444208" y="4036000"/>
                  <a:ext cx="268766" cy="486151"/>
                </a:xfrm>
                <a:custGeom>
                  <a:avLst/>
                  <a:gdLst>
                    <a:gd name="csX0" fmla="*/ 3094 w 268766"/>
                    <a:gd name="csY0" fmla="*/ 0 h 486151"/>
                    <a:gd name="csX1" fmla="*/ 265672 w 268766"/>
                    <a:gd name="csY1" fmla="*/ 0 h 486151"/>
                    <a:gd name="csX2" fmla="*/ 268766 w 268766"/>
                    <a:gd name="csY2" fmla="*/ 49767 h 486151"/>
                    <a:gd name="csX3" fmla="*/ 134383 w 268766"/>
                    <a:gd name="csY3" fmla="*/ 486151 h 486151"/>
                    <a:gd name="csX4" fmla="*/ 0 w 268766"/>
                    <a:gd name="csY4" fmla="*/ 49767 h 4861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68766" h="486151">
                      <a:moveTo>
                        <a:pt x="3094" y="0"/>
                      </a:moveTo>
                      <a:lnTo>
                        <a:pt x="265672" y="0"/>
                      </a:lnTo>
                      <a:lnTo>
                        <a:pt x="268766" y="49767"/>
                      </a:lnTo>
                      <a:cubicBezTo>
                        <a:pt x="268766" y="290775"/>
                        <a:pt x="208601" y="486151"/>
                        <a:pt x="134383" y="486151"/>
                      </a:cubicBezTo>
                      <a:cubicBezTo>
                        <a:pt x="60165" y="486151"/>
                        <a:pt x="0" y="290775"/>
                        <a:pt x="0" y="4976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ja-JP" altLang="en-US" dirty="0">
                    <a:solidFill>
                      <a:prstClr val="white"/>
                    </a:solidFill>
                    <a:latin typeface="Calibri"/>
                    <a:ea typeface="ＭＳ Ｐゴシック" panose="020B0600070205080204" pitchFamily="50" charset="-128"/>
                  </a:endParaRPr>
                </a:p>
              </p:txBody>
            </p:sp>
          </p:grpSp>
        </p:grpSp>
        <p:cxnSp>
          <p:nvCxnSpPr>
            <p:cNvPr id="336" name="直線コネクタ 335">
              <a:extLst>
                <a:ext uri="{FF2B5EF4-FFF2-40B4-BE49-F238E27FC236}">
                  <a16:creationId xmlns:a16="http://schemas.microsoft.com/office/drawing/2014/main" id="{A2E2A493-2CDB-1804-9FF7-E879447640D8}"/>
                </a:ext>
              </a:extLst>
            </p:cNvPr>
            <p:cNvCxnSpPr>
              <a:cxnSpLocks/>
            </p:cNvCxnSpPr>
            <p:nvPr/>
          </p:nvCxnSpPr>
          <p:spPr>
            <a:xfrm>
              <a:off x="2548669" y="2924944"/>
              <a:ext cx="0" cy="12612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1" name="グループ化 340">
            <a:extLst>
              <a:ext uri="{FF2B5EF4-FFF2-40B4-BE49-F238E27FC236}">
                <a16:creationId xmlns:a16="http://schemas.microsoft.com/office/drawing/2014/main" id="{5A9C3F63-464A-45FE-8BCC-D339DCB5AF81}"/>
              </a:ext>
            </a:extLst>
          </p:cNvPr>
          <p:cNvGrpSpPr/>
          <p:nvPr/>
        </p:nvGrpSpPr>
        <p:grpSpPr>
          <a:xfrm>
            <a:off x="10068877" y="2141953"/>
            <a:ext cx="155854" cy="701213"/>
            <a:chOff x="2471045" y="2216514"/>
            <a:chExt cx="155248" cy="834552"/>
          </a:xfrm>
        </p:grpSpPr>
        <p:grpSp>
          <p:nvGrpSpPr>
            <p:cNvPr id="342" name="グループ化 341">
              <a:extLst>
                <a:ext uri="{FF2B5EF4-FFF2-40B4-BE49-F238E27FC236}">
                  <a16:creationId xmlns:a16="http://schemas.microsoft.com/office/drawing/2014/main" id="{B58479CE-85CD-B924-4234-690C5D5CF799}"/>
                </a:ext>
              </a:extLst>
            </p:cNvPr>
            <p:cNvGrpSpPr/>
            <p:nvPr/>
          </p:nvGrpSpPr>
          <p:grpSpPr>
            <a:xfrm>
              <a:off x="2471045" y="2216514"/>
              <a:ext cx="155248" cy="708430"/>
              <a:chOff x="6391882" y="3930756"/>
              <a:chExt cx="268766" cy="1226436"/>
            </a:xfrm>
          </p:grpSpPr>
          <p:cxnSp>
            <p:nvCxnSpPr>
              <p:cNvPr id="344" name="直線コネクタ 343">
                <a:extLst>
                  <a:ext uri="{FF2B5EF4-FFF2-40B4-BE49-F238E27FC236}">
                    <a16:creationId xmlns:a16="http://schemas.microsoft.com/office/drawing/2014/main" id="{1807CC67-B610-3774-C2B5-4FDA0429D1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6264" y="4797152"/>
                <a:ext cx="0" cy="36004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345" name="グループ化 344">
                <a:extLst>
                  <a:ext uri="{FF2B5EF4-FFF2-40B4-BE49-F238E27FC236}">
                    <a16:creationId xmlns:a16="http://schemas.microsoft.com/office/drawing/2014/main" id="{3E6679FC-75CF-FFCF-4709-289F0336E7C3}"/>
                  </a:ext>
                </a:extLst>
              </p:cNvPr>
              <p:cNvGrpSpPr/>
              <p:nvPr/>
            </p:nvGrpSpPr>
            <p:grpSpPr>
              <a:xfrm>
                <a:off x="6391882" y="3930756"/>
                <a:ext cx="268766" cy="972302"/>
                <a:chOff x="6444208" y="4036000"/>
                <a:chExt cx="268766" cy="972302"/>
              </a:xfrm>
            </p:grpSpPr>
            <p:sp>
              <p:nvSpPr>
                <p:cNvPr id="346" name="フリーフォーム: 図形 345">
                  <a:extLst>
                    <a:ext uri="{FF2B5EF4-FFF2-40B4-BE49-F238E27FC236}">
                      <a16:creationId xmlns:a16="http://schemas.microsoft.com/office/drawing/2014/main" id="{FF77AC2B-964D-1406-4DE8-E96FF325E9E0}"/>
                    </a:ext>
                  </a:extLst>
                </p:cNvPr>
                <p:cNvSpPr/>
                <p:nvPr/>
              </p:nvSpPr>
              <p:spPr>
                <a:xfrm>
                  <a:off x="6444208" y="4522151"/>
                  <a:ext cx="268766" cy="486151"/>
                </a:xfrm>
                <a:custGeom>
                  <a:avLst/>
                  <a:gdLst>
                    <a:gd name="csX0" fmla="*/ 3094 w 268766"/>
                    <a:gd name="csY0" fmla="*/ 0 h 486151"/>
                    <a:gd name="csX1" fmla="*/ 265672 w 268766"/>
                    <a:gd name="csY1" fmla="*/ 0 h 486151"/>
                    <a:gd name="csX2" fmla="*/ 268766 w 268766"/>
                    <a:gd name="csY2" fmla="*/ 49767 h 486151"/>
                    <a:gd name="csX3" fmla="*/ 134383 w 268766"/>
                    <a:gd name="csY3" fmla="*/ 486151 h 486151"/>
                    <a:gd name="csX4" fmla="*/ 0 w 268766"/>
                    <a:gd name="csY4" fmla="*/ 49767 h 4861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68766" h="486151">
                      <a:moveTo>
                        <a:pt x="3094" y="0"/>
                      </a:moveTo>
                      <a:lnTo>
                        <a:pt x="265672" y="0"/>
                      </a:lnTo>
                      <a:lnTo>
                        <a:pt x="268766" y="49767"/>
                      </a:lnTo>
                      <a:cubicBezTo>
                        <a:pt x="268766" y="290775"/>
                        <a:pt x="208601" y="486151"/>
                        <a:pt x="134383" y="486151"/>
                      </a:cubicBezTo>
                      <a:cubicBezTo>
                        <a:pt x="60165" y="486151"/>
                        <a:pt x="0" y="290775"/>
                        <a:pt x="0" y="4976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0"/>
                        <a:lumOff val="100000"/>
                      </a:schemeClr>
                    </a:gs>
                    <a:gs pos="35000">
                      <a:schemeClr val="accent2">
                        <a:lumMod val="0"/>
                        <a:lumOff val="100000"/>
                      </a:schemeClr>
                    </a:gs>
                    <a:gs pos="100000">
                      <a:schemeClr val="accent2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ja-JP" altLang="en-US">
                    <a:solidFill>
                      <a:prstClr val="white"/>
                    </a:solidFill>
                    <a:latin typeface="Calibri"/>
                    <a:ea typeface="ＭＳ Ｐゴシック" panose="020B0600070205080204" pitchFamily="50" charset="-128"/>
                  </a:endParaRPr>
                </a:p>
              </p:txBody>
            </p:sp>
            <p:sp>
              <p:nvSpPr>
                <p:cNvPr id="347" name="フリーフォーム: 図形 346">
                  <a:extLst>
                    <a:ext uri="{FF2B5EF4-FFF2-40B4-BE49-F238E27FC236}">
                      <a16:creationId xmlns:a16="http://schemas.microsoft.com/office/drawing/2014/main" id="{742414DD-9637-038D-575F-E60342A3F53F}"/>
                    </a:ext>
                  </a:extLst>
                </p:cNvPr>
                <p:cNvSpPr/>
                <p:nvPr/>
              </p:nvSpPr>
              <p:spPr>
                <a:xfrm rot="10800000">
                  <a:off x="6444208" y="4036000"/>
                  <a:ext cx="268766" cy="486151"/>
                </a:xfrm>
                <a:custGeom>
                  <a:avLst/>
                  <a:gdLst>
                    <a:gd name="csX0" fmla="*/ 3094 w 268766"/>
                    <a:gd name="csY0" fmla="*/ 0 h 486151"/>
                    <a:gd name="csX1" fmla="*/ 265672 w 268766"/>
                    <a:gd name="csY1" fmla="*/ 0 h 486151"/>
                    <a:gd name="csX2" fmla="*/ 268766 w 268766"/>
                    <a:gd name="csY2" fmla="*/ 49767 h 486151"/>
                    <a:gd name="csX3" fmla="*/ 134383 w 268766"/>
                    <a:gd name="csY3" fmla="*/ 486151 h 486151"/>
                    <a:gd name="csX4" fmla="*/ 0 w 268766"/>
                    <a:gd name="csY4" fmla="*/ 49767 h 4861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68766" h="486151">
                      <a:moveTo>
                        <a:pt x="3094" y="0"/>
                      </a:moveTo>
                      <a:lnTo>
                        <a:pt x="265672" y="0"/>
                      </a:lnTo>
                      <a:lnTo>
                        <a:pt x="268766" y="49767"/>
                      </a:lnTo>
                      <a:cubicBezTo>
                        <a:pt x="268766" y="290775"/>
                        <a:pt x="208601" y="486151"/>
                        <a:pt x="134383" y="486151"/>
                      </a:cubicBezTo>
                      <a:cubicBezTo>
                        <a:pt x="60165" y="486151"/>
                        <a:pt x="0" y="290775"/>
                        <a:pt x="0" y="4976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ja-JP" altLang="en-US" dirty="0">
                    <a:solidFill>
                      <a:prstClr val="white"/>
                    </a:solidFill>
                    <a:latin typeface="Calibri"/>
                    <a:ea typeface="ＭＳ Ｐゴシック" panose="020B0600070205080204" pitchFamily="50" charset="-128"/>
                  </a:endParaRPr>
                </a:p>
              </p:txBody>
            </p:sp>
          </p:grpSp>
        </p:grpSp>
        <p:cxnSp>
          <p:nvCxnSpPr>
            <p:cNvPr id="343" name="直線コネクタ 342">
              <a:extLst>
                <a:ext uri="{FF2B5EF4-FFF2-40B4-BE49-F238E27FC236}">
                  <a16:creationId xmlns:a16="http://schemas.microsoft.com/office/drawing/2014/main" id="{09D26D9B-65DC-1320-3C86-7654E33BA5E2}"/>
                </a:ext>
              </a:extLst>
            </p:cNvPr>
            <p:cNvCxnSpPr>
              <a:cxnSpLocks/>
            </p:cNvCxnSpPr>
            <p:nvPr/>
          </p:nvCxnSpPr>
          <p:spPr>
            <a:xfrm>
              <a:off x="2548669" y="2924944"/>
              <a:ext cx="0" cy="12612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7" name="テキスト ボックス 396">
            <a:extLst>
              <a:ext uri="{FF2B5EF4-FFF2-40B4-BE49-F238E27FC236}">
                <a16:creationId xmlns:a16="http://schemas.microsoft.com/office/drawing/2014/main" id="{DEC646F7-73E6-C22D-F0FD-730E9157652B}"/>
              </a:ext>
            </a:extLst>
          </p:cNvPr>
          <p:cNvSpPr txBox="1"/>
          <p:nvPr/>
        </p:nvSpPr>
        <p:spPr>
          <a:xfrm>
            <a:off x="1639488" y="959372"/>
            <a:ext cx="6760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溶媒はイソプロパノール（</a:t>
            </a:r>
            <a:r>
              <a:rPr lang="en-US" altLang="ja-JP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IPA</a:t>
            </a:r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）　各工程はスピンコート法で行っている</a:t>
            </a:r>
          </a:p>
        </p:txBody>
      </p:sp>
      <p:sp>
        <p:nvSpPr>
          <p:cNvPr id="398" name="矢印: 右 397">
            <a:extLst>
              <a:ext uri="{FF2B5EF4-FFF2-40B4-BE49-F238E27FC236}">
                <a16:creationId xmlns:a16="http://schemas.microsoft.com/office/drawing/2014/main" id="{ABE7BCB8-0B21-A4B8-E43E-39215BA5CE17}"/>
              </a:ext>
            </a:extLst>
          </p:cNvPr>
          <p:cNvSpPr/>
          <p:nvPr/>
        </p:nvSpPr>
        <p:spPr>
          <a:xfrm>
            <a:off x="3610252" y="2585561"/>
            <a:ext cx="408389" cy="17198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399" name="テキスト ボックス 398">
            <a:extLst>
              <a:ext uri="{FF2B5EF4-FFF2-40B4-BE49-F238E27FC236}">
                <a16:creationId xmlns:a16="http://schemas.microsoft.com/office/drawing/2014/main" id="{BC00AAD9-5D3D-2F87-CDFF-947B4D7857ED}"/>
              </a:ext>
            </a:extLst>
          </p:cNvPr>
          <p:cNvSpPr txBox="1"/>
          <p:nvPr/>
        </p:nvSpPr>
        <p:spPr>
          <a:xfrm>
            <a:off x="3258358" y="2314014"/>
            <a:ext cx="10959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アニール処理</a:t>
            </a:r>
          </a:p>
        </p:txBody>
      </p:sp>
      <p:sp>
        <p:nvSpPr>
          <p:cNvPr id="403" name="正方形/長方形 402">
            <a:extLst>
              <a:ext uri="{FF2B5EF4-FFF2-40B4-BE49-F238E27FC236}">
                <a16:creationId xmlns:a16="http://schemas.microsoft.com/office/drawing/2014/main" id="{5AD5D804-8A01-0421-16A1-86046191E1DB}"/>
              </a:ext>
            </a:extLst>
          </p:cNvPr>
          <p:cNvSpPr/>
          <p:nvPr/>
        </p:nvSpPr>
        <p:spPr>
          <a:xfrm>
            <a:off x="1832269" y="2970791"/>
            <a:ext cx="1590663" cy="18353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ITO</a:t>
            </a:r>
            <a:endParaRPr lang="ja-JP" altLang="en-US" dirty="0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405" name="テキスト ボックス 404">
            <a:extLst>
              <a:ext uri="{FF2B5EF4-FFF2-40B4-BE49-F238E27FC236}">
                <a16:creationId xmlns:a16="http://schemas.microsoft.com/office/drawing/2014/main" id="{FF6F0124-C2D3-D94C-1104-462BC6DA48A5}"/>
              </a:ext>
            </a:extLst>
          </p:cNvPr>
          <p:cNvSpPr txBox="1"/>
          <p:nvPr/>
        </p:nvSpPr>
        <p:spPr>
          <a:xfrm>
            <a:off x="7772419" y="1919607"/>
            <a:ext cx="10889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アニール処理</a:t>
            </a:r>
          </a:p>
        </p:txBody>
      </p:sp>
      <p:sp>
        <p:nvSpPr>
          <p:cNvPr id="407" name="矢印: 右 406">
            <a:extLst>
              <a:ext uri="{FF2B5EF4-FFF2-40B4-BE49-F238E27FC236}">
                <a16:creationId xmlns:a16="http://schemas.microsoft.com/office/drawing/2014/main" id="{5816CD03-9911-A398-124F-74C7F647581C}"/>
              </a:ext>
            </a:extLst>
          </p:cNvPr>
          <p:cNvSpPr/>
          <p:nvPr/>
        </p:nvSpPr>
        <p:spPr>
          <a:xfrm>
            <a:off x="5992244" y="5044390"/>
            <a:ext cx="408389" cy="35527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408" name="テキスト ボックス 407">
            <a:extLst>
              <a:ext uri="{FF2B5EF4-FFF2-40B4-BE49-F238E27FC236}">
                <a16:creationId xmlns:a16="http://schemas.microsoft.com/office/drawing/2014/main" id="{FCC5AEE5-1878-FBDD-8C9C-73AD837F191E}"/>
              </a:ext>
            </a:extLst>
          </p:cNvPr>
          <p:cNvSpPr txBox="1"/>
          <p:nvPr/>
        </p:nvSpPr>
        <p:spPr>
          <a:xfrm>
            <a:off x="5688049" y="4773998"/>
            <a:ext cx="10959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アニール処理</a:t>
            </a:r>
          </a:p>
        </p:txBody>
      </p:sp>
      <p:sp>
        <p:nvSpPr>
          <p:cNvPr id="411" name="正方形/長方形 410">
            <a:extLst>
              <a:ext uri="{FF2B5EF4-FFF2-40B4-BE49-F238E27FC236}">
                <a16:creationId xmlns:a16="http://schemas.microsoft.com/office/drawing/2014/main" id="{4F3687CD-EAE0-7258-E4F4-517C085CCD77}"/>
              </a:ext>
            </a:extLst>
          </p:cNvPr>
          <p:cNvSpPr/>
          <p:nvPr/>
        </p:nvSpPr>
        <p:spPr>
          <a:xfrm>
            <a:off x="7311022" y="5681817"/>
            <a:ext cx="1872000" cy="21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ITO</a:t>
            </a:r>
            <a:endParaRPr lang="ja-JP" altLang="en-US" dirty="0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grpSp>
        <p:nvGrpSpPr>
          <p:cNvPr id="412" name="グループ化 411">
            <a:extLst>
              <a:ext uri="{FF2B5EF4-FFF2-40B4-BE49-F238E27FC236}">
                <a16:creationId xmlns:a16="http://schemas.microsoft.com/office/drawing/2014/main" id="{17742B62-9605-F13F-913C-9D4AE20E9F09}"/>
              </a:ext>
            </a:extLst>
          </p:cNvPr>
          <p:cNvGrpSpPr/>
          <p:nvPr/>
        </p:nvGrpSpPr>
        <p:grpSpPr>
          <a:xfrm>
            <a:off x="7405218" y="4830721"/>
            <a:ext cx="185469" cy="834459"/>
            <a:chOff x="2471045" y="2216514"/>
            <a:chExt cx="155248" cy="834552"/>
          </a:xfrm>
        </p:grpSpPr>
        <p:grpSp>
          <p:nvGrpSpPr>
            <p:cNvPr id="455" name="グループ化 454">
              <a:extLst>
                <a:ext uri="{FF2B5EF4-FFF2-40B4-BE49-F238E27FC236}">
                  <a16:creationId xmlns:a16="http://schemas.microsoft.com/office/drawing/2014/main" id="{55D681D3-D961-DF64-CEC8-D553C7E6866A}"/>
                </a:ext>
              </a:extLst>
            </p:cNvPr>
            <p:cNvGrpSpPr/>
            <p:nvPr/>
          </p:nvGrpSpPr>
          <p:grpSpPr>
            <a:xfrm>
              <a:off x="2471045" y="2216514"/>
              <a:ext cx="155248" cy="708430"/>
              <a:chOff x="6391882" y="3930756"/>
              <a:chExt cx="268766" cy="1226436"/>
            </a:xfrm>
          </p:grpSpPr>
          <p:cxnSp>
            <p:nvCxnSpPr>
              <p:cNvPr id="457" name="直線コネクタ 456">
                <a:extLst>
                  <a:ext uri="{FF2B5EF4-FFF2-40B4-BE49-F238E27FC236}">
                    <a16:creationId xmlns:a16="http://schemas.microsoft.com/office/drawing/2014/main" id="{27A1DE19-7B7E-A73B-35E2-FB36B6E701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6264" y="4797152"/>
                <a:ext cx="0" cy="36004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58" name="グループ化 457">
                <a:extLst>
                  <a:ext uri="{FF2B5EF4-FFF2-40B4-BE49-F238E27FC236}">
                    <a16:creationId xmlns:a16="http://schemas.microsoft.com/office/drawing/2014/main" id="{98E08C0C-6D5E-3AA6-4029-6501ADB5C2F0}"/>
                  </a:ext>
                </a:extLst>
              </p:cNvPr>
              <p:cNvGrpSpPr/>
              <p:nvPr/>
            </p:nvGrpSpPr>
            <p:grpSpPr>
              <a:xfrm>
                <a:off x="6391882" y="3930756"/>
                <a:ext cx="268766" cy="972302"/>
                <a:chOff x="6444208" y="4036000"/>
                <a:chExt cx="268766" cy="972302"/>
              </a:xfrm>
            </p:grpSpPr>
            <p:sp>
              <p:nvSpPr>
                <p:cNvPr id="459" name="フリーフォーム: 図形 458">
                  <a:extLst>
                    <a:ext uri="{FF2B5EF4-FFF2-40B4-BE49-F238E27FC236}">
                      <a16:creationId xmlns:a16="http://schemas.microsoft.com/office/drawing/2014/main" id="{2557D459-E619-A4BE-1AE2-71BD6862A769}"/>
                    </a:ext>
                  </a:extLst>
                </p:cNvPr>
                <p:cNvSpPr/>
                <p:nvPr/>
              </p:nvSpPr>
              <p:spPr>
                <a:xfrm>
                  <a:off x="6444208" y="4522151"/>
                  <a:ext cx="268766" cy="486151"/>
                </a:xfrm>
                <a:custGeom>
                  <a:avLst/>
                  <a:gdLst>
                    <a:gd name="csX0" fmla="*/ 3094 w 268766"/>
                    <a:gd name="csY0" fmla="*/ 0 h 486151"/>
                    <a:gd name="csX1" fmla="*/ 265672 w 268766"/>
                    <a:gd name="csY1" fmla="*/ 0 h 486151"/>
                    <a:gd name="csX2" fmla="*/ 268766 w 268766"/>
                    <a:gd name="csY2" fmla="*/ 49767 h 486151"/>
                    <a:gd name="csX3" fmla="*/ 134383 w 268766"/>
                    <a:gd name="csY3" fmla="*/ 486151 h 486151"/>
                    <a:gd name="csX4" fmla="*/ 0 w 268766"/>
                    <a:gd name="csY4" fmla="*/ 49767 h 4861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68766" h="486151">
                      <a:moveTo>
                        <a:pt x="3094" y="0"/>
                      </a:moveTo>
                      <a:lnTo>
                        <a:pt x="265672" y="0"/>
                      </a:lnTo>
                      <a:lnTo>
                        <a:pt x="268766" y="49767"/>
                      </a:lnTo>
                      <a:cubicBezTo>
                        <a:pt x="268766" y="290775"/>
                        <a:pt x="208601" y="486151"/>
                        <a:pt x="134383" y="486151"/>
                      </a:cubicBezTo>
                      <a:cubicBezTo>
                        <a:pt x="60165" y="486151"/>
                        <a:pt x="0" y="290775"/>
                        <a:pt x="0" y="4976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0"/>
                        <a:lumOff val="100000"/>
                      </a:schemeClr>
                    </a:gs>
                    <a:gs pos="35000">
                      <a:schemeClr val="accent2">
                        <a:lumMod val="0"/>
                        <a:lumOff val="100000"/>
                      </a:schemeClr>
                    </a:gs>
                    <a:gs pos="100000">
                      <a:schemeClr val="accent2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ja-JP" altLang="en-US">
                    <a:solidFill>
                      <a:prstClr val="white"/>
                    </a:solidFill>
                    <a:latin typeface="Calibri"/>
                    <a:ea typeface="ＭＳ Ｐゴシック" panose="020B0600070205080204" pitchFamily="50" charset="-128"/>
                  </a:endParaRPr>
                </a:p>
              </p:txBody>
            </p:sp>
            <p:sp>
              <p:nvSpPr>
                <p:cNvPr id="460" name="フリーフォーム: 図形 459">
                  <a:extLst>
                    <a:ext uri="{FF2B5EF4-FFF2-40B4-BE49-F238E27FC236}">
                      <a16:creationId xmlns:a16="http://schemas.microsoft.com/office/drawing/2014/main" id="{0801238E-E603-CA0F-4BDA-9481F6BFA3EC}"/>
                    </a:ext>
                  </a:extLst>
                </p:cNvPr>
                <p:cNvSpPr/>
                <p:nvPr/>
              </p:nvSpPr>
              <p:spPr>
                <a:xfrm rot="10800000">
                  <a:off x="6444208" y="4036000"/>
                  <a:ext cx="268766" cy="486151"/>
                </a:xfrm>
                <a:custGeom>
                  <a:avLst/>
                  <a:gdLst>
                    <a:gd name="csX0" fmla="*/ 3094 w 268766"/>
                    <a:gd name="csY0" fmla="*/ 0 h 486151"/>
                    <a:gd name="csX1" fmla="*/ 265672 w 268766"/>
                    <a:gd name="csY1" fmla="*/ 0 h 486151"/>
                    <a:gd name="csX2" fmla="*/ 268766 w 268766"/>
                    <a:gd name="csY2" fmla="*/ 49767 h 486151"/>
                    <a:gd name="csX3" fmla="*/ 134383 w 268766"/>
                    <a:gd name="csY3" fmla="*/ 486151 h 486151"/>
                    <a:gd name="csX4" fmla="*/ 0 w 268766"/>
                    <a:gd name="csY4" fmla="*/ 49767 h 4861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68766" h="486151">
                      <a:moveTo>
                        <a:pt x="3094" y="0"/>
                      </a:moveTo>
                      <a:lnTo>
                        <a:pt x="265672" y="0"/>
                      </a:lnTo>
                      <a:lnTo>
                        <a:pt x="268766" y="49767"/>
                      </a:lnTo>
                      <a:cubicBezTo>
                        <a:pt x="268766" y="290775"/>
                        <a:pt x="208601" y="486151"/>
                        <a:pt x="134383" y="486151"/>
                      </a:cubicBezTo>
                      <a:cubicBezTo>
                        <a:pt x="60165" y="486151"/>
                        <a:pt x="0" y="290775"/>
                        <a:pt x="0" y="4976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ja-JP" altLang="en-US" dirty="0">
                    <a:solidFill>
                      <a:prstClr val="white"/>
                    </a:solidFill>
                    <a:latin typeface="Calibri"/>
                    <a:ea typeface="ＭＳ Ｐゴシック" panose="020B0600070205080204" pitchFamily="50" charset="-128"/>
                  </a:endParaRPr>
                </a:p>
              </p:txBody>
            </p:sp>
          </p:grpSp>
        </p:grpSp>
        <p:cxnSp>
          <p:nvCxnSpPr>
            <p:cNvPr id="456" name="直線コネクタ 455">
              <a:extLst>
                <a:ext uri="{FF2B5EF4-FFF2-40B4-BE49-F238E27FC236}">
                  <a16:creationId xmlns:a16="http://schemas.microsoft.com/office/drawing/2014/main" id="{911035E4-6CF5-16AD-B11C-48A3F0E281EA}"/>
                </a:ext>
              </a:extLst>
            </p:cNvPr>
            <p:cNvCxnSpPr>
              <a:cxnSpLocks/>
            </p:cNvCxnSpPr>
            <p:nvPr/>
          </p:nvCxnSpPr>
          <p:spPr>
            <a:xfrm>
              <a:off x="2548669" y="2924944"/>
              <a:ext cx="0" cy="12612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3" name="グループ化 412">
            <a:extLst>
              <a:ext uri="{FF2B5EF4-FFF2-40B4-BE49-F238E27FC236}">
                <a16:creationId xmlns:a16="http://schemas.microsoft.com/office/drawing/2014/main" id="{4AA14B51-D896-F82E-87DD-84EE0C5EA17C}"/>
              </a:ext>
            </a:extLst>
          </p:cNvPr>
          <p:cNvGrpSpPr/>
          <p:nvPr/>
        </p:nvGrpSpPr>
        <p:grpSpPr>
          <a:xfrm>
            <a:off x="7643124" y="4838637"/>
            <a:ext cx="185469" cy="834459"/>
            <a:chOff x="2471045" y="2216514"/>
            <a:chExt cx="155248" cy="834552"/>
          </a:xfrm>
        </p:grpSpPr>
        <p:grpSp>
          <p:nvGrpSpPr>
            <p:cNvPr id="449" name="グループ化 448">
              <a:extLst>
                <a:ext uri="{FF2B5EF4-FFF2-40B4-BE49-F238E27FC236}">
                  <a16:creationId xmlns:a16="http://schemas.microsoft.com/office/drawing/2014/main" id="{EDED94B3-F8A8-F757-61CC-7C3E2DAF66F7}"/>
                </a:ext>
              </a:extLst>
            </p:cNvPr>
            <p:cNvGrpSpPr/>
            <p:nvPr/>
          </p:nvGrpSpPr>
          <p:grpSpPr>
            <a:xfrm>
              <a:off x="2471045" y="2216514"/>
              <a:ext cx="155248" cy="708430"/>
              <a:chOff x="6391882" y="3930756"/>
              <a:chExt cx="268766" cy="1226436"/>
            </a:xfrm>
          </p:grpSpPr>
          <p:cxnSp>
            <p:nvCxnSpPr>
              <p:cNvPr id="451" name="直線コネクタ 450">
                <a:extLst>
                  <a:ext uri="{FF2B5EF4-FFF2-40B4-BE49-F238E27FC236}">
                    <a16:creationId xmlns:a16="http://schemas.microsoft.com/office/drawing/2014/main" id="{2AED56D4-A307-ACF2-89D3-6419DB41ED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6264" y="4797152"/>
                <a:ext cx="0" cy="36004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52" name="グループ化 451">
                <a:extLst>
                  <a:ext uri="{FF2B5EF4-FFF2-40B4-BE49-F238E27FC236}">
                    <a16:creationId xmlns:a16="http://schemas.microsoft.com/office/drawing/2014/main" id="{1BC2675B-B969-5180-B44B-207E9432D173}"/>
                  </a:ext>
                </a:extLst>
              </p:cNvPr>
              <p:cNvGrpSpPr/>
              <p:nvPr/>
            </p:nvGrpSpPr>
            <p:grpSpPr>
              <a:xfrm>
                <a:off x="6391882" y="3930756"/>
                <a:ext cx="268766" cy="972302"/>
                <a:chOff x="6444208" y="4036000"/>
                <a:chExt cx="268766" cy="972302"/>
              </a:xfrm>
            </p:grpSpPr>
            <p:sp>
              <p:nvSpPr>
                <p:cNvPr id="453" name="フリーフォーム: 図形 452">
                  <a:extLst>
                    <a:ext uri="{FF2B5EF4-FFF2-40B4-BE49-F238E27FC236}">
                      <a16:creationId xmlns:a16="http://schemas.microsoft.com/office/drawing/2014/main" id="{DB54DD36-85E6-37CB-7B07-E842B4EAF5E0}"/>
                    </a:ext>
                  </a:extLst>
                </p:cNvPr>
                <p:cNvSpPr/>
                <p:nvPr/>
              </p:nvSpPr>
              <p:spPr>
                <a:xfrm>
                  <a:off x="6444208" y="4522151"/>
                  <a:ext cx="268766" cy="486151"/>
                </a:xfrm>
                <a:custGeom>
                  <a:avLst/>
                  <a:gdLst>
                    <a:gd name="csX0" fmla="*/ 3094 w 268766"/>
                    <a:gd name="csY0" fmla="*/ 0 h 486151"/>
                    <a:gd name="csX1" fmla="*/ 265672 w 268766"/>
                    <a:gd name="csY1" fmla="*/ 0 h 486151"/>
                    <a:gd name="csX2" fmla="*/ 268766 w 268766"/>
                    <a:gd name="csY2" fmla="*/ 49767 h 486151"/>
                    <a:gd name="csX3" fmla="*/ 134383 w 268766"/>
                    <a:gd name="csY3" fmla="*/ 486151 h 486151"/>
                    <a:gd name="csX4" fmla="*/ 0 w 268766"/>
                    <a:gd name="csY4" fmla="*/ 49767 h 4861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68766" h="486151">
                      <a:moveTo>
                        <a:pt x="3094" y="0"/>
                      </a:moveTo>
                      <a:lnTo>
                        <a:pt x="265672" y="0"/>
                      </a:lnTo>
                      <a:lnTo>
                        <a:pt x="268766" y="49767"/>
                      </a:lnTo>
                      <a:cubicBezTo>
                        <a:pt x="268766" y="290775"/>
                        <a:pt x="208601" y="486151"/>
                        <a:pt x="134383" y="486151"/>
                      </a:cubicBezTo>
                      <a:cubicBezTo>
                        <a:pt x="60165" y="486151"/>
                        <a:pt x="0" y="290775"/>
                        <a:pt x="0" y="4976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0"/>
                        <a:lumOff val="100000"/>
                      </a:schemeClr>
                    </a:gs>
                    <a:gs pos="35000">
                      <a:schemeClr val="accent2">
                        <a:lumMod val="0"/>
                        <a:lumOff val="100000"/>
                      </a:schemeClr>
                    </a:gs>
                    <a:gs pos="100000">
                      <a:schemeClr val="accent2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ja-JP" altLang="en-US">
                    <a:solidFill>
                      <a:prstClr val="white"/>
                    </a:solidFill>
                    <a:latin typeface="Calibri"/>
                    <a:ea typeface="ＭＳ Ｐゴシック" panose="020B0600070205080204" pitchFamily="50" charset="-128"/>
                  </a:endParaRPr>
                </a:p>
              </p:txBody>
            </p:sp>
            <p:sp>
              <p:nvSpPr>
                <p:cNvPr id="454" name="フリーフォーム: 図形 453">
                  <a:extLst>
                    <a:ext uri="{FF2B5EF4-FFF2-40B4-BE49-F238E27FC236}">
                      <a16:creationId xmlns:a16="http://schemas.microsoft.com/office/drawing/2014/main" id="{665B60C7-E8CC-BFC6-EBA6-B78426DE2BF5}"/>
                    </a:ext>
                  </a:extLst>
                </p:cNvPr>
                <p:cNvSpPr/>
                <p:nvPr/>
              </p:nvSpPr>
              <p:spPr>
                <a:xfrm rot="10800000">
                  <a:off x="6444208" y="4036000"/>
                  <a:ext cx="268766" cy="486151"/>
                </a:xfrm>
                <a:custGeom>
                  <a:avLst/>
                  <a:gdLst>
                    <a:gd name="csX0" fmla="*/ 3094 w 268766"/>
                    <a:gd name="csY0" fmla="*/ 0 h 486151"/>
                    <a:gd name="csX1" fmla="*/ 265672 w 268766"/>
                    <a:gd name="csY1" fmla="*/ 0 h 486151"/>
                    <a:gd name="csX2" fmla="*/ 268766 w 268766"/>
                    <a:gd name="csY2" fmla="*/ 49767 h 486151"/>
                    <a:gd name="csX3" fmla="*/ 134383 w 268766"/>
                    <a:gd name="csY3" fmla="*/ 486151 h 486151"/>
                    <a:gd name="csX4" fmla="*/ 0 w 268766"/>
                    <a:gd name="csY4" fmla="*/ 49767 h 4861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68766" h="486151">
                      <a:moveTo>
                        <a:pt x="3094" y="0"/>
                      </a:moveTo>
                      <a:lnTo>
                        <a:pt x="265672" y="0"/>
                      </a:lnTo>
                      <a:lnTo>
                        <a:pt x="268766" y="49767"/>
                      </a:lnTo>
                      <a:cubicBezTo>
                        <a:pt x="268766" y="290775"/>
                        <a:pt x="208601" y="486151"/>
                        <a:pt x="134383" y="486151"/>
                      </a:cubicBezTo>
                      <a:cubicBezTo>
                        <a:pt x="60165" y="486151"/>
                        <a:pt x="0" y="290775"/>
                        <a:pt x="0" y="4976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ja-JP" altLang="en-US" dirty="0">
                    <a:solidFill>
                      <a:prstClr val="white"/>
                    </a:solidFill>
                    <a:latin typeface="Calibri"/>
                    <a:ea typeface="ＭＳ Ｐゴシック" panose="020B0600070205080204" pitchFamily="50" charset="-128"/>
                  </a:endParaRPr>
                </a:p>
              </p:txBody>
            </p:sp>
          </p:grpSp>
        </p:grpSp>
        <p:cxnSp>
          <p:nvCxnSpPr>
            <p:cNvPr id="450" name="直線コネクタ 449">
              <a:extLst>
                <a:ext uri="{FF2B5EF4-FFF2-40B4-BE49-F238E27FC236}">
                  <a16:creationId xmlns:a16="http://schemas.microsoft.com/office/drawing/2014/main" id="{B6DDB628-BA87-B944-5A83-F315A5B9BC42}"/>
                </a:ext>
              </a:extLst>
            </p:cNvPr>
            <p:cNvCxnSpPr>
              <a:cxnSpLocks/>
            </p:cNvCxnSpPr>
            <p:nvPr/>
          </p:nvCxnSpPr>
          <p:spPr>
            <a:xfrm>
              <a:off x="2548669" y="2924944"/>
              <a:ext cx="0" cy="12612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4" name="グループ化 413">
            <a:extLst>
              <a:ext uri="{FF2B5EF4-FFF2-40B4-BE49-F238E27FC236}">
                <a16:creationId xmlns:a16="http://schemas.microsoft.com/office/drawing/2014/main" id="{B4987C15-6666-B1B4-9B19-FBED3B44BF3F}"/>
              </a:ext>
            </a:extLst>
          </p:cNvPr>
          <p:cNvGrpSpPr/>
          <p:nvPr/>
        </p:nvGrpSpPr>
        <p:grpSpPr>
          <a:xfrm>
            <a:off x="8425036" y="4826832"/>
            <a:ext cx="185469" cy="834459"/>
            <a:chOff x="2471045" y="2216514"/>
            <a:chExt cx="155248" cy="834552"/>
          </a:xfrm>
        </p:grpSpPr>
        <p:grpSp>
          <p:nvGrpSpPr>
            <p:cNvPr id="443" name="グループ化 442">
              <a:extLst>
                <a:ext uri="{FF2B5EF4-FFF2-40B4-BE49-F238E27FC236}">
                  <a16:creationId xmlns:a16="http://schemas.microsoft.com/office/drawing/2014/main" id="{CCB66138-6E48-3F5D-AF4F-B03ED400A391}"/>
                </a:ext>
              </a:extLst>
            </p:cNvPr>
            <p:cNvGrpSpPr/>
            <p:nvPr/>
          </p:nvGrpSpPr>
          <p:grpSpPr>
            <a:xfrm>
              <a:off x="2471045" y="2216514"/>
              <a:ext cx="155248" cy="708430"/>
              <a:chOff x="6391882" y="3930756"/>
              <a:chExt cx="268766" cy="1226436"/>
            </a:xfrm>
          </p:grpSpPr>
          <p:cxnSp>
            <p:nvCxnSpPr>
              <p:cNvPr id="445" name="直線コネクタ 444">
                <a:extLst>
                  <a:ext uri="{FF2B5EF4-FFF2-40B4-BE49-F238E27FC236}">
                    <a16:creationId xmlns:a16="http://schemas.microsoft.com/office/drawing/2014/main" id="{E0300D43-E7DF-E136-ADC6-EDCFD63AB7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6264" y="4797152"/>
                <a:ext cx="0" cy="36004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46" name="グループ化 445">
                <a:extLst>
                  <a:ext uri="{FF2B5EF4-FFF2-40B4-BE49-F238E27FC236}">
                    <a16:creationId xmlns:a16="http://schemas.microsoft.com/office/drawing/2014/main" id="{B1C33C81-7376-1823-A839-25721C784BC3}"/>
                  </a:ext>
                </a:extLst>
              </p:cNvPr>
              <p:cNvGrpSpPr/>
              <p:nvPr/>
            </p:nvGrpSpPr>
            <p:grpSpPr>
              <a:xfrm>
                <a:off x="6391882" y="3930756"/>
                <a:ext cx="268766" cy="972302"/>
                <a:chOff x="6444208" y="4036000"/>
                <a:chExt cx="268766" cy="972302"/>
              </a:xfrm>
            </p:grpSpPr>
            <p:sp>
              <p:nvSpPr>
                <p:cNvPr id="447" name="フリーフォーム: 図形 446">
                  <a:extLst>
                    <a:ext uri="{FF2B5EF4-FFF2-40B4-BE49-F238E27FC236}">
                      <a16:creationId xmlns:a16="http://schemas.microsoft.com/office/drawing/2014/main" id="{13886E4A-5417-8B9B-8263-CA3E2FFAE34F}"/>
                    </a:ext>
                  </a:extLst>
                </p:cNvPr>
                <p:cNvSpPr/>
                <p:nvPr/>
              </p:nvSpPr>
              <p:spPr>
                <a:xfrm>
                  <a:off x="6444208" y="4522151"/>
                  <a:ext cx="268766" cy="486151"/>
                </a:xfrm>
                <a:custGeom>
                  <a:avLst/>
                  <a:gdLst>
                    <a:gd name="csX0" fmla="*/ 3094 w 268766"/>
                    <a:gd name="csY0" fmla="*/ 0 h 486151"/>
                    <a:gd name="csX1" fmla="*/ 265672 w 268766"/>
                    <a:gd name="csY1" fmla="*/ 0 h 486151"/>
                    <a:gd name="csX2" fmla="*/ 268766 w 268766"/>
                    <a:gd name="csY2" fmla="*/ 49767 h 486151"/>
                    <a:gd name="csX3" fmla="*/ 134383 w 268766"/>
                    <a:gd name="csY3" fmla="*/ 486151 h 486151"/>
                    <a:gd name="csX4" fmla="*/ 0 w 268766"/>
                    <a:gd name="csY4" fmla="*/ 49767 h 4861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68766" h="486151">
                      <a:moveTo>
                        <a:pt x="3094" y="0"/>
                      </a:moveTo>
                      <a:lnTo>
                        <a:pt x="265672" y="0"/>
                      </a:lnTo>
                      <a:lnTo>
                        <a:pt x="268766" y="49767"/>
                      </a:lnTo>
                      <a:cubicBezTo>
                        <a:pt x="268766" y="290775"/>
                        <a:pt x="208601" y="486151"/>
                        <a:pt x="134383" y="486151"/>
                      </a:cubicBezTo>
                      <a:cubicBezTo>
                        <a:pt x="60165" y="486151"/>
                        <a:pt x="0" y="290775"/>
                        <a:pt x="0" y="4976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0"/>
                        <a:lumOff val="100000"/>
                      </a:schemeClr>
                    </a:gs>
                    <a:gs pos="35000">
                      <a:schemeClr val="accent2">
                        <a:lumMod val="0"/>
                        <a:lumOff val="100000"/>
                      </a:schemeClr>
                    </a:gs>
                    <a:gs pos="100000">
                      <a:schemeClr val="accent2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ja-JP" altLang="en-US">
                    <a:solidFill>
                      <a:prstClr val="white"/>
                    </a:solidFill>
                    <a:latin typeface="Calibri"/>
                    <a:ea typeface="ＭＳ Ｐゴシック" panose="020B0600070205080204" pitchFamily="50" charset="-128"/>
                  </a:endParaRPr>
                </a:p>
              </p:txBody>
            </p:sp>
            <p:sp>
              <p:nvSpPr>
                <p:cNvPr id="448" name="フリーフォーム: 図形 447">
                  <a:extLst>
                    <a:ext uri="{FF2B5EF4-FFF2-40B4-BE49-F238E27FC236}">
                      <a16:creationId xmlns:a16="http://schemas.microsoft.com/office/drawing/2014/main" id="{E1493132-2FD6-6ACD-94EC-F91A0AC84EA7}"/>
                    </a:ext>
                  </a:extLst>
                </p:cNvPr>
                <p:cNvSpPr/>
                <p:nvPr/>
              </p:nvSpPr>
              <p:spPr>
                <a:xfrm rot="10800000">
                  <a:off x="6444208" y="4036000"/>
                  <a:ext cx="268766" cy="486151"/>
                </a:xfrm>
                <a:custGeom>
                  <a:avLst/>
                  <a:gdLst>
                    <a:gd name="csX0" fmla="*/ 3094 w 268766"/>
                    <a:gd name="csY0" fmla="*/ 0 h 486151"/>
                    <a:gd name="csX1" fmla="*/ 265672 w 268766"/>
                    <a:gd name="csY1" fmla="*/ 0 h 486151"/>
                    <a:gd name="csX2" fmla="*/ 268766 w 268766"/>
                    <a:gd name="csY2" fmla="*/ 49767 h 486151"/>
                    <a:gd name="csX3" fmla="*/ 134383 w 268766"/>
                    <a:gd name="csY3" fmla="*/ 486151 h 486151"/>
                    <a:gd name="csX4" fmla="*/ 0 w 268766"/>
                    <a:gd name="csY4" fmla="*/ 49767 h 4861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68766" h="486151">
                      <a:moveTo>
                        <a:pt x="3094" y="0"/>
                      </a:moveTo>
                      <a:lnTo>
                        <a:pt x="265672" y="0"/>
                      </a:lnTo>
                      <a:lnTo>
                        <a:pt x="268766" y="49767"/>
                      </a:lnTo>
                      <a:cubicBezTo>
                        <a:pt x="268766" y="290775"/>
                        <a:pt x="208601" y="486151"/>
                        <a:pt x="134383" y="486151"/>
                      </a:cubicBezTo>
                      <a:cubicBezTo>
                        <a:pt x="60165" y="486151"/>
                        <a:pt x="0" y="290775"/>
                        <a:pt x="0" y="4976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ja-JP" altLang="en-US" dirty="0">
                    <a:solidFill>
                      <a:prstClr val="white"/>
                    </a:solidFill>
                    <a:latin typeface="Calibri"/>
                    <a:ea typeface="ＭＳ Ｐゴシック" panose="020B0600070205080204" pitchFamily="50" charset="-128"/>
                  </a:endParaRPr>
                </a:p>
              </p:txBody>
            </p:sp>
          </p:grpSp>
        </p:grpSp>
        <p:cxnSp>
          <p:nvCxnSpPr>
            <p:cNvPr id="444" name="直線コネクタ 443">
              <a:extLst>
                <a:ext uri="{FF2B5EF4-FFF2-40B4-BE49-F238E27FC236}">
                  <a16:creationId xmlns:a16="http://schemas.microsoft.com/office/drawing/2014/main" id="{08E5DBBD-8B82-D69A-92FA-434E30DC1B53}"/>
                </a:ext>
              </a:extLst>
            </p:cNvPr>
            <p:cNvCxnSpPr>
              <a:cxnSpLocks/>
            </p:cNvCxnSpPr>
            <p:nvPr/>
          </p:nvCxnSpPr>
          <p:spPr>
            <a:xfrm>
              <a:off x="2548669" y="2924944"/>
              <a:ext cx="0" cy="12612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5" name="グループ化 414">
            <a:extLst>
              <a:ext uri="{FF2B5EF4-FFF2-40B4-BE49-F238E27FC236}">
                <a16:creationId xmlns:a16="http://schemas.microsoft.com/office/drawing/2014/main" id="{62157FFA-F7F1-D0B3-0AB7-D70C259DEF24}"/>
              </a:ext>
            </a:extLst>
          </p:cNvPr>
          <p:cNvGrpSpPr/>
          <p:nvPr/>
        </p:nvGrpSpPr>
        <p:grpSpPr>
          <a:xfrm>
            <a:off x="8934943" y="4826797"/>
            <a:ext cx="185469" cy="834459"/>
            <a:chOff x="2471045" y="2216514"/>
            <a:chExt cx="155248" cy="834552"/>
          </a:xfrm>
        </p:grpSpPr>
        <p:grpSp>
          <p:nvGrpSpPr>
            <p:cNvPr id="437" name="グループ化 436">
              <a:extLst>
                <a:ext uri="{FF2B5EF4-FFF2-40B4-BE49-F238E27FC236}">
                  <a16:creationId xmlns:a16="http://schemas.microsoft.com/office/drawing/2014/main" id="{C6503B24-A036-E95B-640F-0B64289C9C8A}"/>
                </a:ext>
              </a:extLst>
            </p:cNvPr>
            <p:cNvGrpSpPr/>
            <p:nvPr/>
          </p:nvGrpSpPr>
          <p:grpSpPr>
            <a:xfrm>
              <a:off x="2471045" y="2216514"/>
              <a:ext cx="155248" cy="708430"/>
              <a:chOff x="6391882" y="3930756"/>
              <a:chExt cx="268766" cy="1226436"/>
            </a:xfrm>
          </p:grpSpPr>
          <p:cxnSp>
            <p:nvCxnSpPr>
              <p:cNvPr id="439" name="直線コネクタ 438">
                <a:extLst>
                  <a:ext uri="{FF2B5EF4-FFF2-40B4-BE49-F238E27FC236}">
                    <a16:creationId xmlns:a16="http://schemas.microsoft.com/office/drawing/2014/main" id="{DCF9BF97-301F-42FD-DFE0-0933251D78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6264" y="4797152"/>
                <a:ext cx="0" cy="36004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40" name="グループ化 439">
                <a:extLst>
                  <a:ext uri="{FF2B5EF4-FFF2-40B4-BE49-F238E27FC236}">
                    <a16:creationId xmlns:a16="http://schemas.microsoft.com/office/drawing/2014/main" id="{689D6D46-1C89-23DF-CEB1-BAC4FFAF0706}"/>
                  </a:ext>
                </a:extLst>
              </p:cNvPr>
              <p:cNvGrpSpPr/>
              <p:nvPr/>
            </p:nvGrpSpPr>
            <p:grpSpPr>
              <a:xfrm>
                <a:off x="6391882" y="3930756"/>
                <a:ext cx="268766" cy="972302"/>
                <a:chOff x="6444208" y="4036000"/>
                <a:chExt cx="268766" cy="972302"/>
              </a:xfrm>
            </p:grpSpPr>
            <p:sp>
              <p:nvSpPr>
                <p:cNvPr id="441" name="フリーフォーム: 図形 440">
                  <a:extLst>
                    <a:ext uri="{FF2B5EF4-FFF2-40B4-BE49-F238E27FC236}">
                      <a16:creationId xmlns:a16="http://schemas.microsoft.com/office/drawing/2014/main" id="{478607A9-50EF-87B9-F51E-2FD8F0115BDA}"/>
                    </a:ext>
                  </a:extLst>
                </p:cNvPr>
                <p:cNvSpPr/>
                <p:nvPr/>
              </p:nvSpPr>
              <p:spPr>
                <a:xfrm>
                  <a:off x="6444208" y="4522151"/>
                  <a:ext cx="268766" cy="486151"/>
                </a:xfrm>
                <a:custGeom>
                  <a:avLst/>
                  <a:gdLst>
                    <a:gd name="csX0" fmla="*/ 3094 w 268766"/>
                    <a:gd name="csY0" fmla="*/ 0 h 486151"/>
                    <a:gd name="csX1" fmla="*/ 265672 w 268766"/>
                    <a:gd name="csY1" fmla="*/ 0 h 486151"/>
                    <a:gd name="csX2" fmla="*/ 268766 w 268766"/>
                    <a:gd name="csY2" fmla="*/ 49767 h 486151"/>
                    <a:gd name="csX3" fmla="*/ 134383 w 268766"/>
                    <a:gd name="csY3" fmla="*/ 486151 h 486151"/>
                    <a:gd name="csX4" fmla="*/ 0 w 268766"/>
                    <a:gd name="csY4" fmla="*/ 49767 h 4861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68766" h="486151">
                      <a:moveTo>
                        <a:pt x="3094" y="0"/>
                      </a:moveTo>
                      <a:lnTo>
                        <a:pt x="265672" y="0"/>
                      </a:lnTo>
                      <a:lnTo>
                        <a:pt x="268766" y="49767"/>
                      </a:lnTo>
                      <a:cubicBezTo>
                        <a:pt x="268766" y="290775"/>
                        <a:pt x="208601" y="486151"/>
                        <a:pt x="134383" y="486151"/>
                      </a:cubicBezTo>
                      <a:cubicBezTo>
                        <a:pt x="60165" y="486151"/>
                        <a:pt x="0" y="290775"/>
                        <a:pt x="0" y="4976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0"/>
                        <a:lumOff val="100000"/>
                      </a:schemeClr>
                    </a:gs>
                    <a:gs pos="35000">
                      <a:schemeClr val="accent2">
                        <a:lumMod val="0"/>
                        <a:lumOff val="100000"/>
                      </a:schemeClr>
                    </a:gs>
                    <a:gs pos="100000">
                      <a:schemeClr val="accent2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ja-JP" altLang="en-US">
                    <a:solidFill>
                      <a:prstClr val="white"/>
                    </a:solidFill>
                    <a:latin typeface="Calibri"/>
                    <a:ea typeface="ＭＳ Ｐゴシック" panose="020B0600070205080204" pitchFamily="50" charset="-128"/>
                  </a:endParaRPr>
                </a:p>
              </p:txBody>
            </p:sp>
            <p:sp>
              <p:nvSpPr>
                <p:cNvPr id="442" name="フリーフォーム: 図形 441">
                  <a:extLst>
                    <a:ext uri="{FF2B5EF4-FFF2-40B4-BE49-F238E27FC236}">
                      <a16:creationId xmlns:a16="http://schemas.microsoft.com/office/drawing/2014/main" id="{1FAAA574-8497-D2A4-8C61-DE1F50318356}"/>
                    </a:ext>
                  </a:extLst>
                </p:cNvPr>
                <p:cNvSpPr/>
                <p:nvPr/>
              </p:nvSpPr>
              <p:spPr>
                <a:xfrm rot="10800000">
                  <a:off x="6444208" y="4036000"/>
                  <a:ext cx="268766" cy="486151"/>
                </a:xfrm>
                <a:custGeom>
                  <a:avLst/>
                  <a:gdLst>
                    <a:gd name="csX0" fmla="*/ 3094 w 268766"/>
                    <a:gd name="csY0" fmla="*/ 0 h 486151"/>
                    <a:gd name="csX1" fmla="*/ 265672 w 268766"/>
                    <a:gd name="csY1" fmla="*/ 0 h 486151"/>
                    <a:gd name="csX2" fmla="*/ 268766 w 268766"/>
                    <a:gd name="csY2" fmla="*/ 49767 h 486151"/>
                    <a:gd name="csX3" fmla="*/ 134383 w 268766"/>
                    <a:gd name="csY3" fmla="*/ 486151 h 486151"/>
                    <a:gd name="csX4" fmla="*/ 0 w 268766"/>
                    <a:gd name="csY4" fmla="*/ 49767 h 4861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68766" h="486151">
                      <a:moveTo>
                        <a:pt x="3094" y="0"/>
                      </a:moveTo>
                      <a:lnTo>
                        <a:pt x="265672" y="0"/>
                      </a:lnTo>
                      <a:lnTo>
                        <a:pt x="268766" y="49767"/>
                      </a:lnTo>
                      <a:cubicBezTo>
                        <a:pt x="268766" y="290775"/>
                        <a:pt x="208601" y="486151"/>
                        <a:pt x="134383" y="486151"/>
                      </a:cubicBezTo>
                      <a:cubicBezTo>
                        <a:pt x="60165" y="486151"/>
                        <a:pt x="0" y="290775"/>
                        <a:pt x="0" y="4976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ja-JP" altLang="en-US" dirty="0">
                    <a:solidFill>
                      <a:prstClr val="white"/>
                    </a:solidFill>
                    <a:latin typeface="Calibri"/>
                    <a:ea typeface="ＭＳ Ｐゴシック" panose="020B0600070205080204" pitchFamily="50" charset="-128"/>
                  </a:endParaRPr>
                </a:p>
              </p:txBody>
            </p:sp>
          </p:grpSp>
        </p:grpSp>
        <p:cxnSp>
          <p:nvCxnSpPr>
            <p:cNvPr id="438" name="直線コネクタ 437">
              <a:extLst>
                <a:ext uri="{FF2B5EF4-FFF2-40B4-BE49-F238E27FC236}">
                  <a16:creationId xmlns:a16="http://schemas.microsoft.com/office/drawing/2014/main" id="{23E8DC1F-9947-C721-A93A-368943B56698}"/>
                </a:ext>
              </a:extLst>
            </p:cNvPr>
            <p:cNvCxnSpPr>
              <a:cxnSpLocks/>
            </p:cNvCxnSpPr>
            <p:nvPr/>
          </p:nvCxnSpPr>
          <p:spPr>
            <a:xfrm>
              <a:off x="2548669" y="2924944"/>
              <a:ext cx="0" cy="12612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6" name="グループ化 415">
            <a:extLst>
              <a:ext uri="{FF2B5EF4-FFF2-40B4-BE49-F238E27FC236}">
                <a16:creationId xmlns:a16="http://schemas.microsoft.com/office/drawing/2014/main" id="{67ECDFD2-C1F7-7286-9487-F4F9343AE234}"/>
              </a:ext>
            </a:extLst>
          </p:cNvPr>
          <p:cNvGrpSpPr/>
          <p:nvPr/>
        </p:nvGrpSpPr>
        <p:grpSpPr>
          <a:xfrm>
            <a:off x="7928289" y="4946889"/>
            <a:ext cx="172307" cy="714366"/>
            <a:chOff x="2471045" y="2216514"/>
            <a:chExt cx="155248" cy="834552"/>
          </a:xfrm>
        </p:grpSpPr>
        <p:grpSp>
          <p:nvGrpSpPr>
            <p:cNvPr id="431" name="グループ化 430">
              <a:extLst>
                <a:ext uri="{FF2B5EF4-FFF2-40B4-BE49-F238E27FC236}">
                  <a16:creationId xmlns:a16="http://schemas.microsoft.com/office/drawing/2014/main" id="{FE3301F2-910F-FC8D-5163-8295141D0F23}"/>
                </a:ext>
              </a:extLst>
            </p:cNvPr>
            <p:cNvGrpSpPr/>
            <p:nvPr/>
          </p:nvGrpSpPr>
          <p:grpSpPr>
            <a:xfrm>
              <a:off x="2471045" y="2216514"/>
              <a:ext cx="155248" cy="708430"/>
              <a:chOff x="6391882" y="3930756"/>
              <a:chExt cx="268766" cy="1226436"/>
            </a:xfrm>
          </p:grpSpPr>
          <p:cxnSp>
            <p:nvCxnSpPr>
              <p:cNvPr id="433" name="直線コネクタ 432">
                <a:extLst>
                  <a:ext uri="{FF2B5EF4-FFF2-40B4-BE49-F238E27FC236}">
                    <a16:creationId xmlns:a16="http://schemas.microsoft.com/office/drawing/2014/main" id="{51175091-E2E8-3199-6E8B-0861D735D2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6264" y="4797152"/>
                <a:ext cx="0" cy="36004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34" name="グループ化 433">
                <a:extLst>
                  <a:ext uri="{FF2B5EF4-FFF2-40B4-BE49-F238E27FC236}">
                    <a16:creationId xmlns:a16="http://schemas.microsoft.com/office/drawing/2014/main" id="{CF436297-289E-CACD-7F2C-D5636A757EF9}"/>
                  </a:ext>
                </a:extLst>
              </p:cNvPr>
              <p:cNvGrpSpPr/>
              <p:nvPr/>
            </p:nvGrpSpPr>
            <p:grpSpPr>
              <a:xfrm>
                <a:off x="6391882" y="3930756"/>
                <a:ext cx="268766" cy="972302"/>
                <a:chOff x="6444208" y="4036000"/>
                <a:chExt cx="268766" cy="972302"/>
              </a:xfrm>
            </p:grpSpPr>
            <p:sp>
              <p:nvSpPr>
                <p:cNvPr id="435" name="フリーフォーム: 図形 434">
                  <a:extLst>
                    <a:ext uri="{FF2B5EF4-FFF2-40B4-BE49-F238E27FC236}">
                      <a16:creationId xmlns:a16="http://schemas.microsoft.com/office/drawing/2014/main" id="{E10F60C4-833E-2AF3-4CCF-372E18E7108A}"/>
                    </a:ext>
                  </a:extLst>
                </p:cNvPr>
                <p:cNvSpPr/>
                <p:nvPr/>
              </p:nvSpPr>
              <p:spPr>
                <a:xfrm>
                  <a:off x="6444208" y="4522151"/>
                  <a:ext cx="268766" cy="486151"/>
                </a:xfrm>
                <a:custGeom>
                  <a:avLst/>
                  <a:gdLst>
                    <a:gd name="csX0" fmla="*/ 3094 w 268766"/>
                    <a:gd name="csY0" fmla="*/ 0 h 486151"/>
                    <a:gd name="csX1" fmla="*/ 265672 w 268766"/>
                    <a:gd name="csY1" fmla="*/ 0 h 486151"/>
                    <a:gd name="csX2" fmla="*/ 268766 w 268766"/>
                    <a:gd name="csY2" fmla="*/ 49767 h 486151"/>
                    <a:gd name="csX3" fmla="*/ 134383 w 268766"/>
                    <a:gd name="csY3" fmla="*/ 486151 h 486151"/>
                    <a:gd name="csX4" fmla="*/ 0 w 268766"/>
                    <a:gd name="csY4" fmla="*/ 49767 h 4861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68766" h="486151">
                      <a:moveTo>
                        <a:pt x="3094" y="0"/>
                      </a:moveTo>
                      <a:lnTo>
                        <a:pt x="265672" y="0"/>
                      </a:lnTo>
                      <a:lnTo>
                        <a:pt x="268766" y="49767"/>
                      </a:lnTo>
                      <a:cubicBezTo>
                        <a:pt x="268766" y="290775"/>
                        <a:pt x="208601" y="486151"/>
                        <a:pt x="134383" y="486151"/>
                      </a:cubicBezTo>
                      <a:cubicBezTo>
                        <a:pt x="60165" y="486151"/>
                        <a:pt x="0" y="290775"/>
                        <a:pt x="0" y="4976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0"/>
                        <a:lumOff val="100000"/>
                      </a:schemeClr>
                    </a:gs>
                    <a:gs pos="35000">
                      <a:schemeClr val="accent2">
                        <a:lumMod val="0"/>
                        <a:lumOff val="100000"/>
                      </a:schemeClr>
                    </a:gs>
                    <a:gs pos="100000">
                      <a:schemeClr val="accent2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ja-JP" altLang="en-US">
                    <a:solidFill>
                      <a:prstClr val="white"/>
                    </a:solidFill>
                    <a:latin typeface="Calibri"/>
                    <a:ea typeface="ＭＳ Ｐゴシック" panose="020B0600070205080204" pitchFamily="50" charset="-128"/>
                  </a:endParaRPr>
                </a:p>
              </p:txBody>
            </p:sp>
            <p:sp>
              <p:nvSpPr>
                <p:cNvPr id="436" name="フリーフォーム: 図形 435">
                  <a:extLst>
                    <a:ext uri="{FF2B5EF4-FFF2-40B4-BE49-F238E27FC236}">
                      <a16:creationId xmlns:a16="http://schemas.microsoft.com/office/drawing/2014/main" id="{5285CCA1-EDD5-BE3F-1C58-1498E4DEA487}"/>
                    </a:ext>
                  </a:extLst>
                </p:cNvPr>
                <p:cNvSpPr/>
                <p:nvPr/>
              </p:nvSpPr>
              <p:spPr>
                <a:xfrm rot="10800000">
                  <a:off x="6444208" y="4036000"/>
                  <a:ext cx="268766" cy="486151"/>
                </a:xfrm>
                <a:custGeom>
                  <a:avLst/>
                  <a:gdLst>
                    <a:gd name="csX0" fmla="*/ 3094 w 268766"/>
                    <a:gd name="csY0" fmla="*/ 0 h 486151"/>
                    <a:gd name="csX1" fmla="*/ 265672 w 268766"/>
                    <a:gd name="csY1" fmla="*/ 0 h 486151"/>
                    <a:gd name="csX2" fmla="*/ 268766 w 268766"/>
                    <a:gd name="csY2" fmla="*/ 49767 h 486151"/>
                    <a:gd name="csX3" fmla="*/ 134383 w 268766"/>
                    <a:gd name="csY3" fmla="*/ 486151 h 486151"/>
                    <a:gd name="csX4" fmla="*/ 0 w 268766"/>
                    <a:gd name="csY4" fmla="*/ 49767 h 4861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68766" h="486151">
                      <a:moveTo>
                        <a:pt x="3094" y="0"/>
                      </a:moveTo>
                      <a:lnTo>
                        <a:pt x="265672" y="0"/>
                      </a:lnTo>
                      <a:lnTo>
                        <a:pt x="268766" y="49767"/>
                      </a:lnTo>
                      <a:cubicBezTo>
                        <a:pt x="268766" y="290775"/>
                        <a:pt x="208601" y="486151"/>
                        <a:pt x="134383" y="486151"/>
                      </a:cubicBezTo>
                      <a:cubicBezTo>
                        <a:pt x="60165" y="486151"/>
                        <a:pt x="0" y="290775"/>
                        <a:pt x="0" y="4976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76000">
                      <a:srgbClr val="557396"/>
                    </a:gs>
                    <a:gs pos="0">
                      <a:schemeClr val="accent1">
                        <a:lumMod val="40000"/>
                        <a:lumOff val="60000"/>
                      </a:schemeClr>
                    </a:gs>
                  </a:gsLst>
                  <a:path path="circle">
                    <a:fillToRect l="50000" t="130000" r="50000" b="-3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ja-JP" altLang="en-US" dirty="0">
                    <a:solidFill>
                      <a:prstClr val="white"/>
                    </a:solidFill>
                    <a:latin typeface="Calibri"/>
                    <a:ea typeface="ＭＳ Ｐゴシック" panose="020B0600070205080204" pitchFamily="50" charset="-128"/>
                  </a:endParaRPr>
                </a:p>
              </p:txBody>
            </p:sp>
          </p:grpSp>
        </p:grpSp>
        <p:cxnSp>
          <p:nvCxnSpPr>
            <p:cNvPr id="432" name="直線コネクタ 431">
              <a:extLst>
                <a:ext uri="{FF2B5EF4-FFF2-40B4-BE49-F238E27FC236}">
                  <a16:creationId xmlns:a16="http://schemas.microsoft.com/office/drawing/2014/main" id="{DF2927DA-61F5-D276-DB49-4829D296201C}"/>
                </a:ext>
              </a:extLst>
            </p:cNvPr>
            <p:cNvCxnSpPr>
              <a:cxnSpLocks/>
            </p:cNvCxnSpPr>
            <p:nvPr/>
          </p:nvCxnSpPr>
          <p:spPr>
            <a:xfrm>
              <a:off x="2548669" y="2924944"/>
              <a:ext cx="0" cy="12612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3" name="テキスト ボックス 462">
            <a:extLst>
              <a:ext uri="{FF2B5EF4-FFF2-40B4-BE49-F238E27FC236}">
                <a16:creationId xmlns:a16="http://schemas.microsoft.com/office/drawing/2014/main" id="{0D6E5080-242C-0052-8B0A-F9A96BA84ECD}"/>
              </a:ext>
            </a:extLst>
          </p:cNvPr>
          <p:cNvSpPr txBox="1"/>
          <p:nvPr/>
        </p:nvSpPr>
        <p:spPr>
          <a:xfrm>
            <a:off x="4554047" y="3460312"/>
            <a:ext cx="3384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　逐次製膜プロセスの概略図</a:t>
            </a:r>
            <a:r>
              <a:rPr lang="en-US" altLang="ja-JP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[3]</a:t>
            </a:r>
            <a:endParaRPr lang="ja-JP" altLang="en-US" dirty="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464" name="テキスト ボックス 463">
            <a:extLst>
              <a:ext uri="{FF2B5EF4-FFF2-40B4-BE49-F238E27FC236}">
                <a16:creationId xmlns:a16="http://schemas.microsoft.com/office/drawing/2014/main" id="{18483057-66CA-EC54-3C4D-E1C956137449}"/>
              </a:ext>
            </a:extLst>
          </p:cNvPr>
          <p:cNvSpPr txBox="1"/>
          <p:nvPr/>
        </p:nvSpPr>
        <p:spPr>
          <a:xfrm>
            <a:off x="4543778" y="6297580"/>
            <a:ext cx="3384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　混合製膜プロセスの概略図</a:t>
            </a:r>
            <a:r>
              <a:rPr lang="en-US" altLang="ja-JP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[3]</a:t>
            </a:r>
            <a:endParaRPr lang="ja-JP" altLang="en-US" dirty="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465" name="テキスト ボックス 464">
            <a:extLst>
              <a:ext uri="{FF2B5EF4-FFF2-40B4-BE49-F238E27FC236}">
                <a16:creationId xmlns:a16="http://schemas.microsoft.com/office/drawing/2014/main" id="{F9F77465-90B9-CBF6-6931-51F1780C5997}"/>
              </a:ext>
            </a:extLst>
          </p:cNvPr>
          <p:cNvSpPr txBox="1"/>
          <p:nvPr/>
        </p:nvSpPr>
        <p:spPr>
          <a:xfrm>
            <a:off x="3526084" y="2731461"/>
            <a:ext cx="636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110℃</a:t>
            </a:r>
          </a:p>
          <a:p>
            <a:r>
              <a:rPr lang="en-US" altLang="ja-JP" sz="1400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10</a:t>
            </a:r>
            <a:r>
              <a:rPr lang="ja-JP" altLang="en-US" sz="1400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分</a:t>
            </a:r>
          </a:p>
        </p:txBody>
      </p:sp>
      <p:sp>
        <p:nvSpPr>
          <p:cNvPr id="466" name="テキスト ボックス 465">
            <a:extLst>
              <a:ext uri="{FF2B5EF4-FFF2-40B4-BE49-F238E27FC236}">
                <a16:creationId xmlns:a16="http://schemas.microsoft.com/office/drawing/2014/main" id="{4146B664-AF3F-51C5-6937-C2DFCA458525}"/>
              </a:ext>
            </a:extLst>
          </p:cNvPr>
          <p:cNvSpPr txBox="1"/>
          <p:nvPr/>
        </p:nvSpPr>
        <p:spPr>
          <a:xfrm>
            <a:off x="8019238" y="2563854"/>
            <a:ext cx="636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110℃</a:t>
            </a:r>
          </a:p>
          <a:p>
            <a:r>
              <a:rPr lang="en-US" altLang="ja-JP" sz="1400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10</a:t>
            </a:r>
            <a:r>
              <a:rPr lang="ja-JP" altLang="en-US" sz="1400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分</a:t>
            </a:r>
          </a:p>
        </p:txBody>
      </p:sp>
      <p:sp>
        <p:nvSpPr>
          <p:cNvPr id="467" name="テキスト ボックス 466">
            <a:extLst>
              <a:ext uri="{FF2B5EF4-FFF2-40B4-BE49-F238E27FC236}">
                <a16:creationId xmlns:a16="http://schemas.microsoft.com/office/drawing/2014/main" id="{8F426312-3837-A643-1D6B-4CC7F6569D36}"/>
              </a:ext>
            </a:extLst>
          </p:cNvPr>
          <p:cNvSpPr txBox="1"/>
          <p:nvPr/>
        </p:nvSpPr>
        <p:spPr>
          <a:xfrm>
            <a:off x="5878262" y="5374597"/>
            <a:ext cx="636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110℃</a:t>
            </a:r>
          </a:p>
          <a:p>
            <a:r>
              <a:rPr lang="en-US" altLang="ja-JP" sz="1400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10</a:t>
            </a:r>
            <a:r>
              <a:rPr lang="ja-JP" altLang="en-US" sz="1400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分</a:t>
            </a:r>
          </a:p>
        </p:txBody>
      </p:sp>
      <p:sp>
        <p:nvSpPr>
          <p:cNvPr id="468" name="矢印: 右 467">
            <a:extLst>
              <a:ext uri="{FF2B5EF4-FFF2-40B4-BE49-F238E27FC236}">
                <a16:creationId xmlns:a16="http://schemas.microsoft.com/office/drawing/2014/main" id="{C48DE792-AF2E-1C9F-F694-FF9731B1680C}"/>
              </a:ext>
            </a:extLst>
          </p:cNvPr>
          <p:cNvSpPr/>
          <p:nvPr/>
        </p:nvSpPr>
        <p:spPr>
          <a:xfrm>
            <a:off x="5938938" y="2408242"/>
            <a:ext cx="408389" cy="17198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469" name="矢印: 右 468">
            <a:extLst>
              <a:ext uri="{FF2B5EF4-FFF2-40B4-BE49-F238E27FC236}">
                <a16:creationId xmlns:a16="http://schemas.microsoft.com/office/drawing/2014/main" id="{164DB10F-DC74-AE34-7345-791BCCB94C91}"/>
              </a:ext>
            </a:extLst>
          </p:cNvPr>
          <p:cNvSpPr/>
          <p:nvPr/>
        </p:nvSpPr>
        <p:spPr>
          <a:xfrm>
            <a:off x="8112687" y="2368102"/>
            <a:ext cx="408389" cy="17198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470" name="テキスト ボックス 469">
            <a:extLst>
              <a:ext uri="{FF2B5EF4-FFF2-40B4-BE49-F238E27FC236}">
                <a16:creationId xmlns:a16="http://schemas.microsoft.com/office/drawing/2014/main" id="{65A220F5-DBE0-093A-7970-26A7696DC73E}"/>
              </a:ext>
            </a:extLst>
          </p:cNvPr>
          <p:cNvSpPr txBox="1"/>
          <p:nvPr/>
        </p:nvSpPr>
        <p:spPr>
          <a:xfrm>
            <a:off x="7173888" y="1593135"/>
            <a:ext cx="1142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0.3 mg/mL</a:t>
            </a:r>
            <a:endParaRPr lang="ja-JP" altLang="en-US" sz="1600" dirty="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471" name="テキスト ボックス 470">
            <a:extLst>
              <a:ext uri="{FF2B5EF4-FFF2-40B4-BE49-F238E27FC236}">
                <a16:creationId xmlns:a16="http://schemas.microsoft.com/office/drawing/2014/main" id="{36DF255F-1BFB-4EE7-9F7A-C285788F5C25}"/>
              </a:ext>
            </a:extLst>
          </p:cNvPr>
          <p:cNvSpPr txBox="1"/>
          <p:nvPr/>
        </p:nvSpPr>
        <p:spPr>
          <a:xfrm>
            <a:off x="2721671" y="1962780"/>
            <a:ext cx="1142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0.1 mg/mL</a:t>
            </a:r>
            <a:endParaRPr lang="ja-JP" altLang="en-US" sz="1600" dirty="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472" name="テキスト ボックス 471">
            <a:extLst>
              <a:ext uri="{FF2B5EF4-FFF2-40B4-BE49-F238E27FC236}">
                <a16:creationId xmlns:a16="http://schemas.microsoft.com/office/drawing/2014/main" id="{6B7C8F8C-DEDD-1EF9-B9F7-4D3FFE701AF4}"/>
              </a:ext>
            </a:extLst>
          </p:cNvPr>
          <p:cNvSpPr txBox="1"/>
          <p:nvPr/>
        </p:nvSpPr>
        <p:spPr>
          <a:xfrm>
            <a:off x="2007305" y="3161613"/>
            <a:ext cx="1354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4000rpm ,30s</a:t>
            </a:r>
            <a:endParaRPr lang="ja-JP" altLang="en-US" sz="1600" dirty="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473" name="テキスト ボックス 472">
            <a:extLst>
              <a:ext uri="{FF2B5EF4-FFF2-40B4-BE49-F238E27FC236}">
                <a16:creationId xmlns:a16="http://schemas.microsoft.com/office/drawing/2014/main" id="{10A3CA4E-ED9B-BC74-163B-893A5E444307}"/>
              </a:ext>
            </a:extLst>
          </p:cNvPr>
          <p:cNvSpPr txBox="1"/>
          <p:nvPr/>
        </p:nvSpPr>
        <p:spPr>
          <a:xfrm>
            <a:off x="4380511" y="3142911"/>
            <a:ext cx="1352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4000rpm ,30s</a:t>
            </a:r>
            <a:endParaRPr lang="ja-JP" altLang="en-US" sz="1600" dirty="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474" name="テキスト ボックス 473">
            <a:extLst>
              <a:ext uri="{FF2B5EF4-FFF2-40B4-BE49-F238E27FC236}">
                <a16:creationId xmlns:a16="http://schemas.microsoft.com/office/drawing/2014/main" id="{0F3C50FA-81A1-BA6A-9A5B-7578140F01CE}"/>
              </a:ext>
            </a:extLst>
          </p:cNvPr>
          <p:cNvSpPr txBox="1"/>
          <p:nvPr/>
        </p:nvSpPr>
        <p:spPr>
          <a:xfrm>
            <a:off x="6542536" y="3136841"/>
            <a:ext cx="13504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4000rpm ,30s</a:t>
            </a:r>
            <a:endParaRPr lang="ja-JP" altLang="en-US" sz="1600" dirty="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475" name="テキスト ボックス 474">
            <a:extLst>
              <a:ext uri="{FF2B5EF4-FFF2-40B4-BE49-F238E27FC236}">
                <a16:creationId xmlns:a16="http://schemas.microsoft.com/office/drawing/2014/main" id="{3DE0C35C-51CC-2F1E-B2C5-5DDB393819BB}"/>
              </a:ext>
            </a:extLst>
          </p:cNvPr>
          <p:cNvSpPr txBox="1"/>
          <p:nvPr/>
        </p:nvSpPr>
        <p:spPr>
          <a:xfrm>
            <a:off x="3258358" y="5927280"/>
            <a:ext cx="1319242" cy="342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4000rpm ,30s</a:t>
            </a:r>
            <a:endParaRPr lang="ja-JP" altLang="en-US" sz="1600" dirty="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D4CFDF7-1CF5-726B-01D5-B07D6C449B15}"/>
              </a:ext>
            </a:extLst>
          </p:cNvPr>
          <p:cNvSpPr txBox="1"/>
          <p:nvPr/>
        </p:nvSpPr>
        <p:spPr>
          <a:xfrm>
            <a:off x="8517771" y="6074049"/>
            <a:ext cx="216005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95350">
              <a:tabLst>
                <a:tab pos="269875" algn="l"/>
              </a:tabLst>
            </a:pPr>
            <a:r>
              <a:rPr lang="en-US" altLang="ja-JP" sz="1050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[3] 	Precisely-Controlled Co-Self-Assembled Monolayer for Improved Performance of Blade-</a:t>
            </a:r>
            <a:r>
              <a:rPr lang="en-US" altLang="ja-JP" sz="1050" dirty="0" err="1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CoatedPerovskite</a:t>
            </a:r>
            <a:r>
              <a:rPr lang="en-US" altLang="ja-JP" sz="1050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 Solar Cells</a:t>
            </a:r>
            <a:endParaRPr lang="ja-JP" altLang="en-US" sz="1050" dirty="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14C18C41-E3F4-C6A1-35E1-7AFD23A53297}"/>
              </a:ext>
            </a:extLst>
          </p:cNvPr>
          <p:cNvGrpSpPr/>
          <p:nvPr/>
        </p:nvGrpSpPr>
        <p:grpSpPr>
          <a:xfrm>
            <a:off x="8179953" y="4946889"/>
            <a:ext cx="172307" cy="714366"/>
            <a:chOff x="2471045" y="2216514"/>
            <a:chExt cx="155248" cy="834552"/>
          </a:xfrm>
        </p:grpSpPr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B655893B-CB29-2D91-8F29-3D90DB12D6A3}"/>
                </a:ext>
              </a:extLst>
            </p:cNvPr>
            <p:cNvGrpSpPr/>
            <p:nvPr/>
          </p:nvGrpSpPr>
          <p:grpSpPr>
            <a:xfrm>
              <a:off x="2471045" y="2216514"/>
              <a:ext cx="155248" cy="708430"/>
              <a:chOff x="6391882" y="3930756"/>
              <a:chExt cx="268766" cy="1226436"/>
            </a:xfrm>
          </p:grpSpPr>
          <p:cxnSp>
            <p:nvCxnSpPr>
              <p:cNvPr id="11" name="直線コネクタ 10">
                <a:extLst>
                  <a:ext uri="{FF2B5EF4-FFF2-40B4-BE49-F238E27FC236}">
                    <a16:creationId xmlns:a16="http://schemas.microsoft.com/office/drawing/2014/main" id="{82EC3E29-2C11-D185-A072-3F30F3C096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6264" y="4797152"/>
                <a:ext cx="0" cy="36004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2" name="グループ化 11">
                <a:extLst>
                  <a:ext uri="{FF2B5EF4-FFF2-40B4-BE49-F238E27FC236}">
                    <a16:creationId xmlns:a16="http://schemas.microsoft.com/office/drawing/2014/main" id="{36942F3E-0E2F-FBD3-6EBF-AE52E2FD62D5}"/>
                  </a:ext>
                </a:extLst>
              </p:cNvPr>
              <p:cNvGrpSpPr/>
              <p:nvPr/>
            </p:nvGrpSpPr>
            <p:grpSpPr>
              <a:xfrm>
                <a:off x="6391882" y="3930756"/>
                <a:ext cx="268766" cy="972302"/>
                <a:chOff x="6444208" y="4036000"/>
                <a:chExt cx="268766" cy="972302"/>
              </a:xfrm>
            </p:grpSpPr>
            <p:sp>
              <p:nvSpPr>
                <p:cNvPr id="13" name="フリーフォーム: 図形 12">
                  <a:extLst>
                    <a:ext uri="{FF2B5EF4-FFF2-40B4-BE49-F238E27FC236}">
                      <a16:creationId xmlns:a16="http://schemas.microsoft.com/office/drawing/2014/main" id="{E3618D4C-193F-D4DD-305E-814A52D0B0D9}"/>
                    </a:ext>
                  </a:extLst>
                </p:cNvPr>
                <p:cNvSpPr/>
                <p:nvPr/>
              </p:nvSpPr>
              <p:spPr>
                <a:xfrm>
                  <a:off x="6444208" y="4522151"/>
                  <a:ext cx="268766" cy="486151"/>
                </a:xfrm>
                <a:custGeom>
                  <a:avLst/>
                  <a:gdLst>
                    <a:gd name="csX0" fmla="*/ 3094 w 268766"/>
                    <a:gd name="csY0" fmla="*/ 0 h 486151"/>
                    <a:gd name="csX1" fmla="*/ 265672 w 268766"/>
                    <a:gd name="csY1" fmla="*/ 0 h 486151"/>
                    <a:gd name="csX2" fmla="*/ 268766 w 268766"/>
                    <a:gd name="csY2" fmla="*/ 49767 h 486151"/>
                    <a:gd name="csX3" fmla="*/ 134383 w 268766"/>
                    <a:gd name="csY3" fmla="*/ 486151 h 486151"/>
                    <a:gd name="csX4" fmla="*/ 0 w 268766"/>
                    <a:gd name="csY4" fmla="*/ 49767 h 4861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68766" h="486151">
                      <a:moveTo>
                        <a:pt x="3094" y="0"/>
                      </a:moveTo>
                      <a:lnTo>
                        <a:pt x="265672" y="0"/>
                      </a:lnTo>
                      <a:lnTo>
                        <a:pt x="268766" y="49767"/>
                      </a:lnTo>
                      <a:cubicBezTo>
                        <a:pt x="268766" y="290775"/>
                        <a:pt x="208601" y="486151"/>
                        <a:pt x="134383" y="486151"/>
                      </a:cubicBezTo>
                      <a:cubicBezTo>
                        <a:pt x="60165" y="486151"/>
                        <a:pt x="0" y="290775"/>
                        <a:pt x="0" y="4976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0"/>
                        <a:lumOff val="100000"/>
                      </a:schemeClr>
                    </a:gs>
                    <a:gs pos="35000">
                      <a:schemeClr val="accent2">
                        <a:lumMod val="0"/>
                        <a:lumOff val="100000"/>
                      </a:schemeClr>
                    </a:gs>
                    <a:gs pos="100000">
                      <a:schemeClr val="accent2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ja-JP" altLang="en-US">
                    <a:solidFill>
                      <a:prstClr val="white"/>
                    </a:solidFill>
                    <a:latin typeface="Calibri"/>
                    <a:ea typeface="ＭＳ Ｐゴシック" panose="020B0600070205080204" pitchFamily="50" charset="-128"/>
                  </a:endParaRPr>
                </a:p>
              </p:txBody>
            </p:sp>
            <p:sp>
              <p:nvSpPr>
                <p:cNvPr id="14" name="フリーフォーム: 図形 13">
                  <a:extLst>
                    <a:ext uri="{FF2B5EF4-FFF2-40B4-BE49-F238E27FC236}">
                      <a16:creationId xmlns:a16="http://schemas.microsoft.com/office/drawing/2014/main" id="{2A480D8A-5C96-13A0-F818-8BAEBB842127}"/>
                    </a:ext>
                  </a:extLst>
                </p:cNvPr>
                <p:cNvSpPr/>
                <p:nvPr/>
              </p:nvSpPr>
              <p:spPr>
                <a:xfrm rot="10800000">
                  <a:off x="6444208" y="4036000"/>
                  <a:ext cx="268766" cy="486151"/>
                </a:xfrm>
                <a:custGeom>
                  <a:avLst/>
                  <a:gdLst>
                    <a:gd name="csX0" fmla="*/ 3094 w 268766"/>
                    <a:gd name="csY0" fmla="*/ 0 h 486151"/>
                    <a:gd name="csX1" fmla="*/ 265672 w 268766"/>
                    <a:gd name="csY1" fmla="*/ 0 h 486151"/>
                    <a:gd name="csX2" fmla="*/ 268766 w 268766"/>
                    <a:gd name="csY2" fmla="*/ 49767 h 486151"/>
                    <a:gd name="csX3" fmla="*/ 134383 w 268766"/>
                    <a:gd name="csY3" fmla="*/ 486151 h 486151"/>
                    <a:gd name="csX4" fmla="*/ 0 w 268766"/>
                    <a:gd name="csY4" fmla="*/ 49767 h 4861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68766" h="486151">
                      <a:moveTo>
                        <a:pt x="3094" y="0"/>
                      </a:moveTo>
                      <a:lnTo>
                        <a:pt x="265672" y="0"/>
                      </a:lnTo>
                      <a:lnTo>
                        <a:pt x="268766" y="49767"/>
                      </a:lnTo>
                      <a:cubicBezTo>
                        <a:pt x="268766" y="290775"/>
                        <a:pt x="208601" y="486151"/>
                        <a:pt x="134383" y="486151"/>
                      </a:cubicBezTo>
                      <a:cubicBezTo>
                        <a:pt x="60165" y="486151"/>
                        <a:pt x="0" y="290775"/>
                        <a:pt x="0" y="4976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76000">
                      <a:srgbClr val="557396"/>
                    </a:gs>
                    <a:gs pos="0">
                      <a:schemeClr val="accent1">
                        <a:lumMod val="40000"/>
                        <a:lumOff val="60000"/>
                      </a:schemeClr>
                    </a:gs>
                  </a:gsLst>
                  <a:path path="circle">
                    <a:fillToRect l="50000" t="130000" r="50000" b="-3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ja-JP" altLang="en-US" dirty="0">
                    <a:solidFill>
                      <a:prstClr val="white"/>
                    </a:solidFill>
                    <a:latin typeface="Calibri"/>
                    <a:ea typeface="ＭＳ Ｐゴシック" panose="020B0600070205080204" pitchFamily="50" charset="-128"/>
                  </a:endParaRPr>
                </a:p>
              </p:txBody>
            </p:sp>
          </p:grpSp>
        </p:grp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EA39BAE1-3B13-C6E7-6B55-5D5FF51D979B}"/>
                </a:ext>
              </a:extLst>
            </p:cNvPr>
            <p:cNvCxnSpPr>
              <a:cxnSpLocks/>
            </p:cNvCxnSpPr>
            <p:nvPr/>
          </p:nvCxnSpPr>
          <p:spPr>
            <a:xfrm>
              <a:off x="2548669" y="2924944"/>
              <a:ext cx="0" cy="12612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9E2CC980-2CED-51E6-45CA-CE66ED25BFB8}"/>
              </a:ext>
            </a:extLst>
          </p:cNvPr>
          <p:cNvGrpSpPr/>
          <p:nvPr/>
        </p:nvGrpSpPr>
        <p:grpSpPr>
          <a:xfrm>
            <a:off x="8719199" y="4982887"/>
            <a:ext cx="172307" cy="714366"/>
            <a:chOff x="2471045" y="2216514"/>
            <a:chExt cx="155248" cy="834552"/>
          </a:xfrm>
        </p:grpSpPr>
        <p:grpSp>
          <p:nvGrpSpPr>
            <p:cNvPr id="23" name="グループ化 22">
              <a:extLst>
                <a:ext uri="{FF2B5EF4-FFF2-40B4-BE49-F238E27FC236}">
                  <a16:creationId xmlns:a16="http://schemas.microsoft.com/office/drawing/2014/main" id="{AD511AEA-C980-B646-7535-2EFC4FB3D0D1}"/>
                </a:ext>
              </a:extLst>
            </p:cNvPr>
            <p:cNvGrpSpPr/>
            <p:nvPr/>
          </p:nvGrpSpPr>
          <p:grpSpPr>
            <a:xfrm>
              <a:off x="2471045" y="2216514"/>
              <a:ext cx="155248" cy="708430"/>
              <a:chOff x="6391882" y="3930756"/>
              <a:chExt cx="268766" cy="1226436"/>
            </a:xfrm>
          </p:grpSpPr>
          <p:cxnSp>
            <p:nvCxnSpPr>
              <p:cNvPr id="26" name="直線コネクタ 25">
                <a:extLst>
                  <a:ext uri="{FF2B5EF4-FFF2-40B4-BE49-F238E27FC236}">
                    <a16:creationId xmlns:a16="http://schemas.microsoft.com/office/drawing/2014/main" id="{FE4D6314-3D5F-AD91-C7F5-D9D081A5E4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6264" y="4797152"/>
                <a:ext cx="0" cy="36004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7" name="グループ化 26">
                <a:extLst>
                  <a:ext uri="{FF2B5EF4-FFF2-40B4-BE49-F238E27FC236}">
                    <a16:creationId xmlns:a16="http://schemas.microsoft.com/office/drawing/2014/main" id="{319E02B4-446D-ABFD-1F46-98C75D26B611}"/>
                  </a:ext>
                </a:extLst>
              </p:cNvPr>
              <p:cNvGrpSpPr/>
              <p:nvPr/>
            </p:nvGrpSpPr>
            <p:grpSpPr>
              <a:xfrm>
                <a:off x="6391882" y="3930756"/>
                <a:ext cx="268766" cy="972302"/>
                <a:chOff x="6444208" y="4036000"/>
                <a:chExt cx="268766" cy="972302"/>
              </a:xfrm>
            </p:grpSpPr>
            <p:sp>
              <p:nvSpPr>
                <p:cNvPr id="28" name="フリーフォーム: 図形 27">
                  <a:extLst>
                    <a:ext uri="{FF2B5EF4-FFF2-40B4-BE49-F238E27FC236}">
                      <a16:creationId xmlns:a16="http://schemas.microsoft.com/office/drawing/2014/main" id="{5B0598D7-06CE-4218-A26E-8445BAEB6404}"/>
                    </a:ext>
                  </a:extLst>
                </p:cNvPr>
                <p:cNvSpPr/>
                <p:nvPr/>
              </p:nvSpPr>
              <p:spPr>
                <a:xfrm>
                  <a:off x="6444208" y="4522151"/>
                  <a:ext cx="268766" cy="486151"/>
                </a:xfrm>
                <a:custGeom>
                  <a:avLst/>
                  <a:gdLst>
                    <a:gd name="csX0" fmla="*/ 3094 w 268766"/>
                    <a:gd name="csY0" fmla="*/ 0 h 486151"/>
                    <a:gd name="csX1" fmla="*/ 265672 w 268766"/>
                    <a:gd name="csY1" fmla="*/ 0 h 486151"/>
                    <a:gd name="csX2" fmla="*/ 268766 w 268766"/>
                    <a:gd name="csY2" fmla="*/ 49767 h 486151"/>
                    <a:gd name="csX3" fmla="*/ 134383 w 268766"/>
                    <a:gd name="csY3" fmla="*/ 486151 h 486151"/>
                    <a:gd name="csX4" fmla="*/ 0 w 268766"/>
                    <a:gd name="csY4" fmla="*/ 49767 h 4861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68766" h="486151">
                      <a:moveTo>
                        <a:pt x="3094" y="0"/>
                      </a:moveTo>
                      <a:lnTo>
                        <a:pt x="265672" y="0"/>
                      </a:lnTo>
                      <a:lnTo>
                        <a:pt x="268766" y="49767"/>
                      </a:lnTo>
                      <a:cubicBezTo>
                        <a:pt x="268766" y="290775"/>
                        <a:pt x="208601" y="486151"/>
                        <a:pt x="134383" y="486151"/>
                      </a:cubicBezTo>
                      <a:cubicBezTo>
                        <a:pt x="60165" y="486151"/>
                        <a:pt x="0" y="290775"/>
                        <a:pt x="0" y="4976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0"/>
                        <a:lumOff val="100000"/>
                      </a:schemeClr>
                    </a:gs>
                    <a:gs pos="35000">
                      <a:schemeClr val="accent2">
                        <a:lumMod val="0"/>
                        <a:lumOff val="100000"/>
                      </a:schemeClr>
                    </a:gs>
                    <a:gs pos="100000">
                      <a:schemeClr val="accent2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ja-JP" altLang="en-US">
                    <a:solidFill>
                      <a:prstClr val="white"/>
                    </a:solidFill>
                    <a:latin typeface="Calibri"/>
                    <a:ea typeface="ＭＳ Ｐゴシック" panose="020B0600070205080204" pitchFamily="50" charset="-128"/>
                  </a:endParaRPr>
                </a:p>
              </p:txBody>
            </p:sp>
            <p:sp>
              <p:nvSpPr>
                <p:cNvPr id="29" name="フリーフォーム: 図形 28">
                  <a:extLst>
                    <a:ext uri="{FF2B5EF4-FFF2-40B4-BE49-F238E27FC236}">
                      <a16:creationId xmlns:a16="http://schemas.microsoft.com/office/drawing/2014/main" id="{E0E32B83-C218-60F0-10CE-F727A3DB06D8}"/>
                    </a:ext>
                  </a:extLst>
                </p:cNvPr>
                <p:cNvSpPr/>
                <p:nvPr/>
              </p:nvSpPr>
              <p:spPr>
                <a:xfrm rot="10800000">
                  <a:off x="6444208" y="4036000"/>
                  <a:ext cx="268766" cy="486151"/>
                </a:xfrm>
                <a:custGeom>
                  <a:avLst/>
                  <a:gdLst>
                    <a:gd name="csX0" fmla="*/ 3094 w 268766"/>
                    <a:gd name="csY0" fmla="*/ 0 h 486151"/>
                    <a:gd name="csX1" fmla="*/ 265672 w 268766"/>
                    <a:gd name="csY1" fmla="*/ 0 h 486151"/>
                    <a:gd name="csX2" fmla="*/ 268766 w 268766"/>
                    <a:gd name="csY2" fmla="*/ 49767 h 486151"/>
                    <a:gd name="csX3" fmla="*/ 134383 w 268766"/>
                    <a:gd name="csY3" fmla="*/ 486151 h 486151"/>
                    <a:gd name="csX4" fmla="*/ 0 w 268766"/>
                    <a:gd name="csY4" fmla="*/ 49767 h 4861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68766" h="486151">
                      <a:moveTo>
                        <a:pt x="3094" y="0"/>
                      </a:moveTo>
                      <a:lnTo>
                        <a:pt x="265672" y="0"/>
                      </a:lnTo>
                      <a:lnTo>
                        <a:pt x="268766" y="49767"/>
                      </a:lnTo>
                      <a:cubicBezTo>
                        <a:pt x="268766" y="290775"/>
                        <a:pt x="208601" y="486151"/>
                        <a:pt x="134383" y="486151"/>
                      </a:cubicBezTo>
                      <a:cubicBezTo>
                        <a:pt x="60165" y="486151"/>
                        <a:pt x="0" y="290775"/>
                        <a:pt x="0" y="4976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76000">
                      <a:srgbClr val="557396"/>
                    </a:gs>
                    <a:gs pos="0">
                      <a:schemeClr val="accent1">
                        <a:lumMod val="40000"/>
                        <a:lumOff val="60000"/>
                      </a:schemeClr>
                    </a:gs>
                  </a:gsLst>
                  <a:path path="circle">
                    <a:fillToRect l="50000" t="130000" r="50000" b="-3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ja-JP" altLang="en-US" dirty="0">
                    <a:solidFill>
                      <a:prstClr val="white"/>
                    </a:solidFill>
                    <a:latin typeface="Calibri"/>
                    <a:ea typeface="ＭＳ Ｐゴシック" panose="020B0600070205080204" pitchFamily="50" charset="-128"/>
                  </a:endParaRPr>
                </a:p>
              </p:txBody>
            </p:sp>
          </p:grpSp>
        </p:grp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57E61D48-5439-5D2B-547C-2E92D3ED6D43}"/>
                </a:ext>
              </a:extLst>
            </p:cNvPr>
            <p:cNvCxnSpPr>
              <a:cxnSpLocks/>
            </p:cNvCxnSpPr>
            <p:nvPr/>
          </p:nvCxnSpPr>
          <p:spPr>
            <a:xfrm>
              <a:off x="2548669" y="2924944"/>
              <a:ext cx="0" cy="12612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D51314FF-4435-FFCA-2ABE-D82E9B587FC1}"/>
              </a:ext>
            </a:extLst>
          </p:cNvPr>
          <p:cNvGrpSpPr/>
          <p:nvPr/>
        </p:nvGrpSpPr>
        <p:grpSpPr>
          <a:xfrm>
            <a:off x="9028010" y="2300905"/>
            <a:ext cx="127310" cy="559539"/>
            <a:chOff x="2471045" y="2216514"/>
            <a:chExt cx="155248" cy="834552"/>
          </a:xfrm>
        </p:grpSpPr>
        <p:grpSp>
          <p:nvGrpSpPr>
            <p:cNvPr id="31" name="グループ化 30">
              <a:extLst>
                <a:ext uri="{FF2B5EF4-FFF2-40B4-BE49-F238E27FC236}">
                  <a16:creationId xmlns:a16="http://schemas.microsoft.com/office/drawing/2014/main" id="{59A21C28-5517-08EC-2EE9-A8FF65A16508}"/>
                </a:ext>
              </a:extLst>
            </p:cNvPr>
            <p:cNvGrpSpPr/>
            <p:nvPr/>
          </p:nvGrpSpPr>
          <p:grpSpPr>
            <a:xfrm>
              <a:off x="2471045" y="2216514"/>
              <a:ext cx="155248" cy="708430"/>
              <a:chOff x="6391882" y="3930756"/>
              <a:chExt cx="268766" cy="1226436"/>
            </a:xfrm>
          </p:grpSpPr>
          <p:cxnSp>
            <p:nvCxnSpPr>
              <p:cNvPr id="33" name="直線コネクタ 32">
                <a:extLst>
                  <a:ext uri="{FF2B5EF4-FFF2-40B4-BE49-F238E27FC236}">
                    <a16:creationId xmlns:a16="http://schemas.microsoft.com/office/drawing/2014/main" id="{64A16021-6DB5-24C7-8A9D-BB73F01059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6264" y="4797152"/>
                <a:ext cx="0" cy="36004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34" name="グループ化 33">
                <a:extLst>
                  <a:ext uri="{FF2B5EF4-FFF2-40B4-BE49-F238E27FC236}">
                    <a16:creationId xmlns:a16="http://schemas.microsoft.com/office/drawing/2014/main" id="{35A8E7DE-DCB7-FA63-F9EF-027F3E6272BB}"/>
                  </a:ext>
                </a:extLst>
              </p:cNvPr>
              <p:cNvGrpSpPr/>
              <p:nvPr/>
            </p:nvGrpSpPr>
            <p:grpSpPr>
              <a:xfrm>
                <a:off x="6391882" y="3930756"/>
                <a:ext cx="268766" cy="972302"/>
                <a:chOff x="6444208" y="4036000"/>
                <a:chExt cx="268766" cy="972302"/>
              </a:xfrm>
            </p:grpSpPr>
            <p:sp>
              <p:nvSpPr>
                <p:cNvPr id="35" name="フリーフォーム: 図形 34">
                  <a:extLst>
                    <a:ext uri="{FF2B5EF4-FFF2-40B4-BE49-F238E27FC236}">
                      <a16:creationId xmlns:a16="http://schemas.microsoft.com/office/drawing/2014/main" id="{EBAEFCB6-E869-45E8-C21D-5B330E0CA6C6}"/>
                    </a:ext>
                  </a:extLst>
                </p:cNvPr>
                <p:cNvSpPr/>
                <p:nvPr/>
              </p:nvSpPr>
              <p:spPr>
                <a:xfrm>
                  <a:off x="6444208" y="4522151"/>
                  <a:ext cx="268766" cy="486151"/>
                </a:xfrm>
                <a:custGeom>
                  <a:avLst/>
                  <a:gdLst>
                    <a:gd name="csX0" fmla="*/ 3094 w 268766"/>
                    <a:gd name="csY0" fmla="*/ 0 h 486151"/>
                    <a:gd name="csX1" fmla="*/ 265672 w 268766"/>
                    <a:gd name="csY1" fmla="*/ 0 h 486151"/>
                    <a:gd name="csX2" fmla="*/ 268766 w 268766"/>
                    <a:gd name="csY2" fmla="*/ 49767 h 486151"/>
                    <a:gd name="csX3" fmla="*/ 134383 w 268766"/>
                    <a:gd name="csY3" fmla="*/ 486151 h 486151"/>
                    <a:gd name="csX4" fmla="*/ 0 w 268766"/>
                    <a:gd name="csY4" fmla="*/ 49767 h 4861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68766" h="486151">
                      <a:moveTo>
                        <a:pt x="3094" y="0"/>
                      </a:moveTo>
                      <a:lnTo>
                        <a:pt x="265672" y="0"/>
                      </a:lnTo>
                      <a:lnTo>
                        <a:pt x="268766" y="49767"/>
                      </a:lnTo>
                      <a:cubicBezTo>
                        <a:pt x="268766" y="290775"/>
                        <a:pt x="208601" y="486151"/>
                        <a:pt x="134383" y="486151"/>
                      </a:cubicBezTo>
                      <a:cubicBezTo>
                        <a:pt x="60165" y="486151"/>
                        <a:pt x="0" y="290775"/>
                        <a:pt x="0" y="4976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0"/>
                        <a:lumOff val="100000"/>
                      </a:schemeClr>
                    </a:gs>
                    <a:gs pos="35000">
                      <a:schemeClr val="accent2">
                        <a:lumMod val="0"/>
                        <a:lumOff val="100000"/>
                      </a:schemeClr>
                    </a:gs>
                    <a:gs pos="100000">
                      <a:schemeClr val="accent2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ja-JP" altLang="en-US">
                    <a:solidFill>
                      <a:prstClr val="white"/>
                    </a:solidFill>
                    <a:latin typeface="Calibri"/>
                    <a:ea typeface="ＭＳ Ｐゴシック" panose="020B0600070205080204" pitchFamily="50" charset="-128"/>
                  </a:endParaRPr>
                </a:p>
              </p:txBody>
            </p:sp>
            <p:sp>
              <p:nvSpPr>
                <p:cNvPr id="36" name="フリーフォーム: 図形 35">
                  <a:extLst>
                    <a:ext uri="{FF2B5EF4-FFF2-40B4-BE49-F238E27FC236}">
                      <a16:creationId xmlns:a16="http://schemas.microsoft.com/office/drawing/2014/main" id="{836D7A33-4CEB-C977-8014-29BAC01FD339}"/>
                    </a:ext>
                  </a:extLst>
                </p:cNvPr>
                <p:cNvSpPr/>
                <p:nvPr/>
              </p:nvSpPr>
              <p:spPr>
                <a:xfrm rot="10800000">
                  <a:off x="6444208" y="4036000"/>
                  <a:ext cx="268766" cy="486151"/>
                </a:xfrm>
                <a:custGeom>
                  <a:avLst/>
                  <a:gdLst>
                    <a:gd name="csX0" fmla="*/ 3094 w 268766"/>
                    <a:gd name="csY0" fmla="*/ 0 h 486151"/>
                    <a:gd name="csX1" fmla="*/ 265672 w 268766"/>
                    <a:gd name="csY1" fmla="*/ 0 h 486151"/>
                    <a:gd name="csX2" fmla="*/ 268766 w 268766"/>
                    <a:gd name="csY2" fmla="*/ 49767 h 486151"/>
                    <a:gd name="csX3" fmla="*/ 134383 w 268766"/>
                    <a:gd name="csY3" fmla="*/ 486151 h 486151"/>
                    <a:gd name="csX4" fmla="*/ 0 w 268766"/>
                    <a:gd name="csY4" fmla="*/ 49767 h 4861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68766" h="486151">
                      <a:moveTo>
                        <a:pt x="3094" y="0"/>
                      </a:moveTo>
                      <a:lnTo>
                        <a:pt x="265672" y="0"/>
                      </a:lnTo>
                      <a:lnTo>
                        <a:pt x="268766" y="49767"/>
                      </a:lnTo>
                      <a:cubicBezTo>
                        <a:pt x="268766" y="290775"/>
                        <a:pt x="208601" y="486151"/>
                        <a:pt x="134383" y="486151"/>
                      </a:cubicBezTo>
                      <a:cubicBezTo>
                        <a:pt x="60165" y="486151"/>
                        <a:pt x="0" y="290775"/>
                        <a:pt x="0" y="4976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76000">
                      <a:srgbClr val="557396"/>
                    </a:gs>
                    <a:gs pos="0">
                      <a:schemeClr val="accent1">
                        <a:lumMod val="40000"/>
                        <a:lumOff val="60000"/>
                      </a:schemeClr>
                    </a:gs>
                  </a:gsLst>
                  <a:path path="circle">
                    <a:fillToRect l="50000" t="130000" r="50000" b="-3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ja-JP" altLang="en-US" dirty="0">
                    <a:solidFill>
                      <a:prstClr val="white"/>
                    </a:solidFill>
                    <a:latin typeface="Calibri"/>
                    <a:ea typeface="ＭＳ Ｐゴシック" panose="020B0600070205080204" pitchFamily="50" charset="-128"/>
                  </a:endParaRPr>
                </a:p>
              </p:txBody>
            </p:sp>
          </p:grpSp>
        </p:grpSp>
        <p:cxnSp>
          <p:nvCxnSpPr>
            <p:cNvPr id="32" name="直線コネクタ 31">
              <a:extLst>
                <a:ext uri="{FF2B5EF4-FFF2-40B4-BE49-F238E27FC236}">
                  <a16:creationId xmlns:a16="http://schemas.microsoft.com/office/drawing/2014/main" id="{CAEE8489-F217-6149-5999-AB80014BF76B}"/>
                </a:ext>
              </a:extLst>
            </p:cNvPr>
            <p:cNvCxnSpPr>
              <a:cxnSpLocks/>
            </p:cNvCxnSpPr>
            <p:nvPr/>
          </p:nvCxnSpPr>
          <p:spPr>
            <a:xfrm>
              <a:off x="2548669" y="2924944"/>
              <a:ext cx="0" cy="12612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A6473052-298F-2465-0D4A-9DB5ADFB593D}"/>
              </a:ext>
            </a:extLst>
          </p:cNvPr>
          <p:cNvGrpSpPr/>
          <p:nvPr/>
        </p:nvGrpSpPr>
        <p:grpSpPr>
          <a:xfrm>
            <a:off x="9435879" y="2289193"/>
            <a:ext cx="127310" cy="559539"/>
            <a:chOff x="2471045" y="2216514"/>
            <a:chExt cx="155248" cy="834552"/>
          </a:xfrm>
        </p:grpSpPr>
        <p:grpSp>
          <p:nvGrpSpPr>
            <p:cNvPr id="38" name="グループ化 37">
              <a:extLst>
                <a:ext uri="{FF2B5EF4-FFF2-40B4-BE49-F238E27FC236}">
                  <a16:creationId xmlns:a16="http://schemas.microsoft.com/office/drawing/2014/main" id="{2651A132-6335-2A54-0D5B-AF6A28C85602}"/>
                </a:ext>
              </a:extLst>
            </p:cNvPr>
            <p:cNvGrpSpPr/>
            <p:nvPr/>
          </p:nvGrpSpPr>
          <p:grpSpPr>
            <a:xfrm>
              <a:off x="2471045" y="2216514"/>
              <a:ext cx="155248" cy="708430"/>
              <a:chOff x="6391882" y="3930756"/>
              <a:chExt cx="268766" cy="1226436"/>
            </a:xfrm>
          </p:grpSpPr>
          <p:cxnSp>
            <p:nvCxnSpPr>
              <p:cNvPr id="40" name="直線コネクタ 39">
                <a:extLst>
                  <a:ext uri="{FF2B5EF4-FFF2-40B4-BE49-F238E27FC236}">
                    <a16:creationId xmlns:a16="http://schemas.microsoft.com/office/drawing/2014/main" id="{C7267B0D-047A-C5B1-7296-9EE6A7835D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6264" y="4797152"/>
                <a:ext cx="0" cy="36004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1" name="グループ化 40">
                <a:extLst>
                  <a:ext uri="{FF2B5EF4-FFF2-40B4-BE49-F238E27FC236}">
                    <a16:creationId xmlns:a16="http://schemas.microsoft.com/office/drawing/2014/main" id="{3CCA406C-4320-EF00-62DF-D5AE464B9B63}"/>
                  </a:ext>
                </a:extLst>
              </p:cNvPr>
              <p:cNvGrpSpPr/>
              <p:nvPr/>
            </p:nvGrpSpPr>
            <p:grpSpPr>
              <a:xfrm>
                <a:off x="6391882" y="3930756"/>
                <a:ext cx="268766" cy="972302"/>
                <a:chOff x="6444208" y="4036000"/>
                <a:chExt cx="268766" cy="972302"/>
              </a:xfrm>
            </p:grpSpPr>
            <p:sp>
              <p:nvSpPr>
                <p:cNvPr id="42" name="フリーフォーム: 図形 41">
                  <a:extLst>
                    <a:ext uri="{FF2B5EF4-FFF2-40B4-BE49-F238E27FC236}">
                      <a16:creationId xmlns:a16="http://schemas.microsoft.com/office/drawing/2014/main" id="{EFF8C3A6-5E80-7CB5-5128-A201B342B614}"/>
                    </a:ext>
                  </a:extLst>
                </p:cNvPr>
                <p:cNvSpPr/>
                <p:nvPr/>
              </p:nvSpPr>
              <p:spPr>
                <a:xfrm>
                  <a:off x="6444208" y="4522151"/>
                  <a:ext cx="268766" cy="486151"/>
                </a:xfrm>
                <a:custGeom>
                  <a:avLst/>
                  <a:gdLst>
                    <a:gd name="csX0" fmla="*/ 3094 w 268766"/>
                    <a:gd name="csY0" fmla="*/ 0 h 486151"/>
                    <a:gd name="csX1" fmla="*/ 265672 w 268766"/>
                    <a:gd name="csY1" fmla="*/ 0 h 486151"/>
                    <a:gd name="csX2" fmla="*/ 268766 w 268766"/>
                    <a:gd name="csY2" fmla="*/ 49767 h 486151"/>
                    <a:gd name="csX3" fmla="*/ 134383 w 268766"/>
                    <a:gd name="csY3" fmla="*/ 486151 h 486151"/>
                    <a:gd name="csX4" fmla="*/ 0 w 268766"/>
                    <a:gd name="csY4" fmla="*/ 49767 h 4861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68766" h="486151">
                      <a:moveTo>
                        <a:pt x="3094" y="0"/>
                      </a:moveTo>
                      <a:lnTo>
                        <a:pt x="265672" y="0"/>
                      </a:lnTo>
                      <a:lnTo>
                        <a:pt x="268766" y="49767"/>
                      </a:lnTo>
                      <a:cubicBezTo>
                        <a:pt x="268766" y="290775"/>
                        <a:pt x="208601" y="486151"/>
                        <a:pt x="134383" y="486151"/>
                      </a:cubicBezTo>
                      <a:cubicBezTo>
                        <a:pt x="60165" y="486151"/>
                        <a:pt x="0" y="290775"/>
                        <a:pt x="0" y="4976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0"/>
                        <a:lumOff val="100000"/>
                      </a:schemeClr>
                    </a:gs>
                    <a:gs pos="35000">
                      <a:schemeClr val="accent2">
                        <a:lumMod val="0"/>
                        <a:lumOff val="100000"/>
                      </a:schemeClr>
                    </a:gs>
                    <a:gs pos="100000">
                      <a:schemeClr val="accent2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ja-JP" altLang="en-US">
                    <a:solidFill>
                      <a:prstClr val="white"/>
                    </a:solidFill>
                    <a:latin typeface="Calibri"/>
                    <a:ea typeface="ＭＳ Ｐゴシック" panose="020B0600070205080204" pitchFamily="50" charset="-128"/>
                  </a:endParaRPr>
                </a:p>
              </p:txBody>
            </p:sp>
            <p:sp>
              <p:nvSpPr>
                <p:cNvPr id="43" name="フリーフォーム: 図形 42">
                  <a:extLst>
                    <a:ext uri="{FF2B5EF4-FFF2-40B4-BE49-F238E27FC236}">
                      <a16:creationId xmlns:a16="http://schemas.microsoft.com/office/drawing/2014/main" id="{C7980C93-2E5F-B763-F85C-632670BD3E04}"/>
                    </a:ext>
                  </a:extLst>
                </p:cNvPr>
                <p:cNvSpPr/>
                <p:nvPr/>
              </p:nvSpPr>
              <p:spPr>
                <a:xfrm rot="10800000">
                  <a:off x="6444208" y="4036000"/>
                  <a:ext cx="268766" cy="486151"/>
                </a:xfrm>
                <a:custGeom>
                  <a:avLst/>
                  <a:gdLst>
                    <a:gd name="csX0" fmla="*/ 3094 w 268766"/>
                    <a:gd name="csY0" fmla="*/ 0 h 486151"/>
                    <a:gd name="csX1" fmla="*/ 265672 w 268766"/>
                    <a:gd name="csY1" fmla="*/ 0 h 486151"/>
                    <a:gd name="csX2" fmla="*/ 268766 w 268766"/>
                    <a:gd name="csY2" fmla="*/ 49767 h 486151"/>
                    <a:gd name="csX3" fmla="*/ 134383 w 268766"/>
                    <a:gd name="csY3" fmla="*/ 486151 h 486151"/>
                    <a:gd name="csX4" fmla="*/ 0 w 268766"/>
                    <a:gd name="csY4" fmla="*/ 49767 h 4861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68766" h="486151">
                      <a:moveTo>
                        <a:pt x="3094" y="0"/>
                      </a:moveTo>
                      <a:lnTo>
                        <a:pt x="265672" y="0"/>
                      </a:lnTo>
                      <a:lnTo>
                        <a:pt x="268766" y="49767"/>
                      </a:lnTo>
                      <a:cubicBezTo>
                        <a:pt x="268766" y="290775"/>
                        <a:pt x="208601" y="486151"/>
                        <a:pt x="134383" y="486151"/>
                      </a:cubicBezTo>
                      <a:cubicBezTo>
                        <a:pt x="60165" y="486151"/>
                        <a:pt x="0" y="290775"/>
                        <a:pt x="0" y="4976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76000">
                      <a:srgbClr val="557396"/>
                    </a:gs>
                    <a:gs pos="0">
                      <a:schemeClr val="accent1">
                        <a:lumMod val="40000"/>
                        <a:lumOff val="60000"/>
                      </a:schemeClr>
                    </a:gs>
                  </a:gsLst>
                  <a:path path="circle">
                    <a:fillToRect l="50000" t="130000" r="50000" b="-3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ja-JP" altLang="en-US" dirty="0">
                    <a:solidFill>
                      <a:prstClr val="white"/>
                    </a:solidFill>
                    <a:latin typeface="Calibri"/>
                    <a:ea typeface="ＭＳ Ｐゴシック" panose="020B0600070205080204" pitchFamily="50" charset="-128"/>
                  </a:endParaRPr>
                </a:p>
              </p:txBody>
            </p:sp>
          </p:grpSp>
        </p:grpSp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0D59A2BB-443E-554D-9B52-1B74BD692166}"/>
                </a:ext>
              </a:extLst>
            </p:cNvPr>
            <p:cNvCxnSpPr>
              <a:cxnSpLocks/>
            </p:cNvCxnSpPr>
            <p:nvPr/>
          </p:nvCxnSpPr>
          <p:spPr>
            <a:xfrm>
              <a:off x="2548669" y="2924944"/>
              <a:ext cx="0" cy="12612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FA6D0329-EA90-76E9-824C-7BFD21659977}"/>
              </a:ext>
            </a:extLst>
          </p:cNvPr>
          <p:cNvGrpSpPr/>
          <p:nvPr/>
        </p:nvGrpSpPr>
        <p:grpSpPr>
          <a:xfrm>
            <a:off x="9868241" y="2277180"/>
            <a:ext cx="127310" cy="559539"/>
            <a:chOff x="2471045" y="2216514"/>
            <a:chExt cx="155248" cy="834552"/>
          </a:xfrm>
        </p:grpSpPr>
        <p:grpSp>
          <p:nvGrpSpPr>
            <p:cNvPr id="45" name="グループ化 44">
              <a:extLst>
                <a:ext uri="{FF2B5EF4-FFF2-40B4-BE49-F238E27FC236}">
                  <a16:creationId xmlns:a16="http://schemas.microsoft.com/office/drawing/2014/main" id="{93E8EC74-ADF3-E1E9-88EB-340CBC28913B}"/>
                </a:ext>
              </a:extLst>
            </p:cNvPr>
            <p:cNvGrpSpPr/>
            <p:nvPr/>
          </p:nvGrpSpPr>
          <p:grpSpPr>
            <a:xfrm>
              <a:off x="2471045" y="2216514"/>
              <a:ext cx="155248" cy="708430"/>
              <a:chOff x="6391882" y="3930756"/>
              <a:chExt cx="268766" cy="1226436"/>
            </a:xfrm>
          </p:grpSpPr>
          <p:cxnSp>
            <p:nvCxnSpPr>
              <p:cNvPr id="47" name="直線コネクタ 46">
                <a:extLst>
                  <a:ext uri="{FF2B5EF4-FFF2-40B4-BE49-F238E27FC236}">
                    <a16:creationId xmlns:a16="http://schemas.microsoft.com/office/drawing/2014/main" id="{C55DDF33-41A2-06E1-4218-6D545E1D1B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6264" y="4797152"/>
                <a:ext cx="0" cy="36004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8" name="グループ化 47">
                <a:extLst>
                  <a:ext uri="{FF2B5EF4-FFF2-40B4-BE49-F238E27FC236}">
                    <a16:creationId xmlns:a16="http://schemas.microsoft.com/office/drawing/2014/main" id="{63475044-8801-64FC-82BF-3D657BB32236}"/>
                  </a:ext>
                </a:extLst>
              </p:cNvPr>
              <p:cNvGrpSpPr/>
              <p:nvPr/>
            </p:nvGrpSpPr>
            <p:grpSpPr>
              <a:xfrm>
                <a:off x="6391882" y="3930756"/>
                <a:ext cx="268766" cy="972302"/>
                <a:chOff x="6444208" y="4036000"/>
                <a:chExt cx="268766" cy="972302"/>
              </a:xfrm>
            </p:grpSpPr>
            <p:sp>
              <p:nvSpPr>
                <p:cNvPr id="49" name="フリーフォーム: 図形 48">
                  <a:extLst>
                    <a:ext uri="{FF2B5EF4-FFF2-40B4-BE49-F238E27FC236}">
                      <a16:creationId xmlns:a16="http://schemas.microsoft.com/office/drawing/2014/main" id="{6356317E-6A61-73AE-42D5-F0188ECA161E}"/>
                    </a:ext>
                  </a:extLst>
                </p:cNvPr>
                <p:cNvSpPr/>
                <p:nvPr/>
              </p:nvSpPr>
              <p:spPr>
                <a:xfrm>
                  <a:off x="6444208" y="4522151"/>
                  <a:ext cx="268766" cy="486151"/>
                </a:xfrm>
                <a:custGeom>
                  <a:avLst/>
                  <a:gdLst>
                    <a:gd name="csX0" fmla="*/ 3094 w 268766"/>
                    <a:gd name="csY0" fmla="*/ 0 h 486151"/>
                    <a:gd name="csX1" fmla="*/ 265672 w 268766"/>
                    <a:gd name="csY1" fmla="*/ 0 h 486151"/>
                    <a:gd name="csX2" fmla="*/ 268766 w 268766"/>
                    <a:gd name="csY2" fmla="*/ 49767 h 486151"/>
                    <a:gd name="csX3" fmla="*/ 134383 w 268766"/>
                    <a:gd name="csY3" fmla="*/ 486151 h 486151"/>
                    <a:gd name="csX4" fmla="*/ 0 w 268766"/>
                    <a:gd name="csY4" fmla="*/ 49767 h 4861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68766" h="486151">
                      <a:moveTo>
                        <a:pt x="3094" y="0"/>
                      </a:moveTo>
                      <a:lnTo>
                        <a:pt x="265672" y="0"/>
                      </a:lnTo>
                      <a:lnTo>
                        <a:pt x="268766" y="49767"/>
                      </a:lnTo>
                      <a:cubicBezTo>
                        <a:pt x="268766" y="290775"/>
                        <a:pt x="208601" y="486151"/>
                        <a:pt x="134383" y="486151"/>
                      </a:cubicBezTo>
                      <a:cubicBezTo>
                        <a:pt x="60165" y="486151"/>
                        <a:pt x="0" y="290775"/>
                        <a:pt x="0" y="4976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0"/>
                        <a:lumOff val="100000"/>
                      </a:schemeClr>
                    </a:gs>
                    <a:gs pos="35000">
                      <a:schemeClr val="accent2">
                        <a:lumMod val="0"/>
                        <a:lumOff val="100000"/>
                      </a:schemeClr>
                    </a:gs>
                    <a:gs pos="100000">
                      <a:schemeClr val="accent2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ja-JP" altLang="en-US">
                    <a:solidFill>
                      <a:prstClr val="white"/>
                    </a:solidFill>
                    <a:latin typeface="Calibri"/>
                    <a:ea typeface="ＭＳ Ｐゴシック" panose="020B0600070205080204" pitchFamily="50" charset="-128"/>
                  </a:endParaRPr>
                </a:p>
              </p:txBody>
            </p:sp>
            <p:sp>
              <p:nvSpPr>
                <p:cNvPr id="50" name="フリーフォーム: 図形 49">
                  <a:extLst>
                    <a:ext uri="{FF2B5EF4-FFF2-40B4-BE49-F238E27FC236}">
                      <a16:creationId xmlns:a16="http://schemas.microsoft.com/office/drawing/2014/main" id="{ADDF4FE8-29F1-32E4-2C2E-9DC36125010A}"/>
                    </a:ext>
                  </a:extLst>
                </p:cNvPr>
                <p:cNvSpPr/>
                <p:nvPr/>
              </p:nvSpPr>
              <p:spPr>
                <a:xfrm rot="10800000">
                  <a:off x="6444208" y="4036000"/>
                  <a:ext cx="268766" cy="486151"/>
                </a:xfrm>
                <a:custGeom>
                  <a:avLst/>
                  <a:gdLst>
                    <a:gd name="csX0" fmla="*/ 3094 w 268766"/>
                    <a:gd name="csY0" fmla="*/ 0 h 486151"/>
                    <a:gd name="csX1" fmla="*/ 265672 w 268766"/>
                    <a:gd name="csY1" fmla="*/ 0 h 486151"/>
                    <a:gd name="csX2" fmla="*/ 268766 w 268766"/>
                    <a:gd name="csY2" fmla="*/ 49767 h 486151"/>
                    <a:gd name="csX3" fmla="*/ 134383 w 268766"/>
                    <a:gd name="csY3" fmla="*/ 486151 h 486151"/>
                    <a:gd name="csX4" fmla="*/ 0 w 268766"/>
                    <a:gd name="csY4" fmla="*/ 49767 h 4861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68766" h="486151">
                      <a:moveTo>
                        <a:pt x="3094" y="0"/>
                      </a:moveTo>
                      <a:lnTo>
                        <a:pt x="265672" y="0"/>
                      </a:lnTo>
                      <a:lnTo>
                        <a:pt x="268766" y="49767"/>
                      </a:lnTo>
                      <a:cubicBezTo>
                        <a:pt x="268766" y="290775"/>
                        <a:pt x="208601" y="486151"/>
                        <a:pt x="134383" y="486151"/>
                      </a:cubicBezTo>
                      <a:cubicBezTo>
                        <a:pt x="60165" y="486151"/>
                        <a:pt x="0" y="290775"/>
                        <a:pt x="0" y="4976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76000">
                      <a:srgbClr val="557396"/>
                    </a:gs>
                    <a:gs pos="0">
                      <a:schemeClr val="accent1">
                        <a:lumMod val="40000"/>
                        <a:lumOff val="60000"/>
                      </a:schemeClr>
                    </a:gs>
                  </a:gsLst>
                  <a:path path="circle">
                    <a:fillToRect l="50000" t="130000" r="50000" b="-3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ja-JP" altLang="en-US" dirty="0">
                    <a:solidFill>
                      <a:prstClr val="white"/>
                    </a:solidFill>
                    <a:latin typeface="Calibri"/>
                    <a:ea typeface="ＭＳ Ｐゴシック" panose="020B0600070205080204" pitchFamily="50" charset="-128"/>
                  </a:endParaRPr>
                </a:p>
              </p:txBody>
            </p:sp>
          </p:grpSp>
        </p:grp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97DAF652-8D2B-DDEA-A172-10F06A109AF9}"/>
                </a:ext>
              </a:extLst>
            </p:cNvPr>
            <p:cNvCxnSpPr>
              <a:cxnSpLocks/>
            </p:cNvCxnSpPr>
            <p:nvPr/>
          </p:nvCxnSpPr>
          <p:spPr>
            <a:xfrm>
              <a:off x="2548669" y="2924944"/>
              <a:ext cx="0" cy="12612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24788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05029f2-a87b-4510-85e3-d09d817c1e1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C95BD4164B7824E999AED73C447B10A" ma:contentTypeVersion="16" ma:contentTypeDescription="新しいドキュメントを作成します。" ma:contentTypeScope="" ma:versionID="a52c7f99c802fd682d2568bcb6b28ded">
  <xsd:schema xmlns:xsd="http://www.w3.org/2001/XMLSchema" xmlns:xs="http://www.w3.org/2001/XMLSchema" xmlns:p="http://schemas.microsoft.com/office/2006/metadata/properties" xmlns:ns3="c5a75b05-4de7-45cb-91d3-bf96c11d5cc3" xmlns:ns4="f05029f2-a87b-4510-85e3-d09d817c1e10" targetNamespace="http://schemas.microsoft.com/office/2006/metadata/properties" ma:root="true" ma:fieldsID="4909741e5aa94e8b6c4d4f0d06f1d15a" ns3:_="" ns4:_="">
    <xsd:import namespace="c5a75b05-4de7-45cb-91d3-bf96c11d5cc3"/>
    <xsd:import namespace="f05029f2-a87b-4510-85e3-d09d817c1e10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ObjectDetectorVersions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LengthInSeconds" minOccurs="0"/>
                <xsd:element ref="ns4:MediaServiceOCR" minOccurs="0"/>
                <xsd:element ref="ns4:MediaServiceSystemTags" minOccurs="0"/>
                <xsd:element ref="ns4:MediaServiceLocation" minOccurs="0"/>
                <xsd:element ref="ns4:MediaServiceSearchProperties" minOccurs="0"/>
                <xsd:element ref="ns4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75b05-4de7-45cb-91d3-bf96c11d5cc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5029f2-a87b-4510-85e3-d09d817c1e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2FEA330-412F-4A83-8160-1D9A2626AB06}">
  <ds:schemaRefs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  <ds:schemaRef ds:uri="http://schemas.microsoft.com/office/2006/documentManagement/types"/>
    <ds:schemaRef ds:uri="http://purl.org/dc/terms/"/>
    <ds:schemaRef ds:uri="f05029f2-a87b-4510-85e3-d09d817c1e10"/>
    <ds:schemaRef ds:uri="http://purl.org/dc/elements/1.1/"/>
    <ds:schemaRef ds:uri="c5a75b05-4de7-45cb-91d3-bf96c11d5cc3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0D631A5A-EC7F-4B73-A05A-617B1F30BB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B944E1B-6E88-41E9-BB89-FB0737E9EB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a75b05-4de7-45cb-91d3-bf96c11d5cc3"/>
    <ds:schemaRef ds:uri="f05029f2-a87b-4510-85e3-d09d817c1e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239</Words>
  <Application>Microsoft Office PowerPoint</Application>
  <PresentationFormat>ワイド画面</PresentationFormat>
  <Paragraphs>95</Paragraphs>
  <Slides>11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11</vt:i4>
      </vt:variant>
    </vt:vector>
  </HeadingPairs>
  <TitlesOfParts>
    <vt:vector size="19" baseType="lpstr">
      <vt:lpstr>BIZ UDゴシック</vt:lpstr>
      <vt:lpstr>游ゴシック</vt:lpstr>
      <vt:lpstr>游ゴシック Light</vt:lpstr>
      <vt:lpstr>Arial</vt:lpstr>
      <vt:lpstr>Calibri</vt:lpstr>
      <vt:lpstr>Cambria Math</vt:lpstr>
      <vt:lpstr>Office テーマ</vt:lpstr>
      <vt:lpstr>1_Office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co-SAMの製膜プロセス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吉田　翔一</dc:creator>
  <cp:lastModifiedBy>吉田　翔一</cp:lastModifiedBy>
  <cp:revision>1</cp:revision>
  <dcterms:created xsi:type="dcterms:W3CDTF">2026-01-09T09:33:58Z</dcterms:created>
  <dcterms:modified xsi:type="dcterms:W3CDTF">2026-02-25T12:59:45Z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0x0101001C95BD4164B7824E999AED73C447B10A</vt:lpwstr>
  </property>
</Properties>
</file>